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9" r:id="rId10"/>
    <p:sldId id="265" r:id="rId11"/>
    <p:sldId id="266" r:id="rId12"/>
    <p:sldId id="270"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4F54"/>
    <a:srgbClr val="C7DEDB"/>
    <a:srgbClr val="E9F6F4"/>
    <a:srgbClr val="1C5762"/>
    <a:srgbClr val="8FE6DC"/>
    <a:srgbClr val="045459"/>
    <a:srgbClr val="1A8F8A"/>
    <a:srgbClr val="A8DC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AE3BA3-8EF9-4D27-AA19-CBC9B0623728}" v="13" dt="2026-09-19T18:49:29.6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הודיה קלנטר" userId="7bc4703a0bc17286" providerId="LiveId" clId="{BD9FE7AC-FFAF-41B4-9124-1CBD12457DB8}"/>
    <pc:docChg chg="undo custSel modSld">
      <pc:chgData name="הודיה קלנטר" userId="7bc4703a0bc17286" providerId="LiveId" clId="{BD9FE7AC-FFAF-41B4-9124-1CBD12457DB8}" dt="2026-09-19T18:52:57.051" v="2158" actId="14100"/>
      <pc:docMkLst>
        <pc:docMk/>
      </pc:docMkLst>
      <pc:sldChg chg="modSp mod">
        <pc:chgData name="הודיה קלנטר" userId="7bc4703a0bc17286" providerId="LiveId" clId="{BD9FE7AC-FFAF-41B4-9124-1CBD12457DB8}" dt="2026-09-18T11:58:59.311" v="208" actId="1076"/>
        <pc:sldMkLst>
          <pc:docMk/>
          <pc:sldMk cId="0" sldId="256"/>
        </pc:sldMkLst>
        <pc:spChg chg="mod">
          <ac:chgData name="הודיה קלנטר" userId="7bc4703a0bc17286" providerId="LiveId" clId="{BD9FE7AC-FFAF-41B4-9124-1CBD12457DB8}" dt="2026-09-18T11:57:22.795" v="129" actId="2711"/>
          <ac:spMkLst>
            <pc:docMk/>
            <pc:sldMk cId="0" sldId="256"/>
            <ac:spMk id="5" creationId="{00000000-0000-0000-0000-000000000000}"/>
          </ac:spMkLst>
        </pc:spChg>
        <pc:spChg chg="mod">
          <ac:chgData name="הודיה קלנטר" userId="7bc4703a0bc17286" providerId="LiveId" clId="{BD9FE7AC-FFAF-41B4-9124-1CBD12457DB8}" dt="2026-09-18T11:57:22.864" v="130" actId="27636"/>
          <ac:spMkLst>
            <pc:docMk/>
            <pc:sldMk cId="0" sldId="256"/>
            <ac:spMk id="6" creationId="{00000000-0000-0000-0000-000000000000}"/>
          </ac:spMkLst>
        </pc:spChg>
        <pc:spChg chg="mod">
          <ac:chgData name="הודיה קלנטר" userId="7bc4703a0bc17286" providerId="LiveId" clId="{BD9FE7AC-FFAF-41B4-9124-1CBD12457DB8}" dt="2026-09-18T11:58:30.115" v="188" actId="1035"/>
          <ac:spMkLst>
            <pc:docMk/>
            <pc:sldMk cId="0" sldId="256"/>
            <ac:spMk id="8" creationId="{00000000-0000-0000-0000-000000000000}"/>
          </ac:spMkLst>
        </pc:spChg>
        <pc:spChg chg="mod">
          <ac:chgData name="הודיה קלנטר" userId="7bc4703a0bc17286" providerId="LiveId" clId="{BD9FE7AC-FFAF-41B4-9124-1CBD12457DB8}" dt="2026-09-18T11:58:30.115" v="188" actId="1035"/>
          <ac:spMkLst>
            <pc:docMk/>
            <pc:sldMk cId="0" sldId="256"/>
            <ac:spMk id="11" creationId="{00000000-0000-0000-0000-000000000000}"/>
          </ac:spMkLst>
        </pc:spChg>
        <pc:spChg chg="mod">
          <ac:chgData name="הודיה קלנטר" userId="7bc4703a0bc17286" providerId="LiveId" clId="{BD9FE7AC-FFAF-41B4-9124-1CBD12457DB8}" dt="2026-09-18T11:58:30.115" v="188" actId="1035"/>
          <ac:spMkLst>
            <pc:docMk/>
            <pc:sldMk cId="0" sldId="256"/>
            <ac:spMk id="12" creationId="{00000000-0000-0000-0000-000000000000}"/>
          </ac:spMkLst>
        </pc:spChg>
        <pc:spChg chg="mod">
          <ac:chgData name="הודיה קלנטר" userId="7bc4703a0bc17286" providerId="LiveId" clId="{BD9FE7AC-FFAF-41B4-9124-1CBD12457DB8}" dt="2026-09-18T11:58:30.115" v="188" actId="1035"/>
          <ac:spMkLst>
            <pc:docMk/>
            <pc:sldMk cId="0" sldId="256"/>
            <ac:spMk id="15" creationId="{00000000-0000-0000-0000-000000000000}"/>
          </ac:spMkLst>
        </pc:spChg>
        <pc:spChg chg="mod">
          <ac:chgData name="הודיה קלנטר" userId="7bc4703a0bc17286" providerId="LiveId" clId="{BD9FE7AC-FFAF-41B4-9124-1CBD12457DB8}" dt="2026-09-18T11:58:30.115" v="188" actId="1035"/>
          <ac:spMkLst>
            <pc:docMk/>
            <pc:sldMk cId="0" sldId="256"/>
            <ac:spMk id="16" creationId="{00000000-0000-0000-0000-000000000000}"/>
          </ac:spMkLst>
        </pc:spChg>
        <pc:spChg chg="mod">
          <ac:chgData name="הודיה קלנטר" userId="7bc4703a0bc17286" providerId="LiveId" clId="{BD9FE7AC-FFAF-41B4-9124-1CBD12457DB8}" dt="2026-09-18T11:58:30.115" v="188" actId="1035"/>
          <ac:spMkLst>
            <pc:docMk/>
            <pc:sldMk cId="0" sldId="256"/>
            <ac:spMk id="19" creationId="{00000000-0000-0000-0000-000000000000}"/>
          </ac:spMkLst>
        </pc:spChg>
        <pc:spChg chg="mod">
          <ac:chgData name="הודיה קלנטר" userId="7bc4703a0bc17286" providerId="LiveId" clId="{BD9FE7AC-FFAF-41B4-9124-1CBD12457DB8}" dt="2026-09-18T11:58:37.861" v="206" actId="1035"/>
          <ac:spMkLst>
            <pc:docMk/>
            <pc:sldMk cId="0" sldId="256"/>
            <ac:spMk id="25" creationId="{2310FFF9-397C-AD6D-6BA1-EECB7540B999}"/>
          </ac:spMkLst>
        </pc:spChg>
        <pc:spChg chg="mod">
          <ac:chgData name="הודיה קלנטר" userId="7bc4703a0bc17286" providerId="LiveId" clId="{BD9FE7AC-FFAF-41B4-9124-1CBD12457DB8}" dt="2026-09-18T11:58:30.115" v="188" actId="1035"/>
          <ac:spMkLst>
            <pc:docMk/>
            <pc:sldMk cId="0" sldId="256"/>
            <ac:spMk id="27" creationId="{8037D87A-062C-F1DD-F901-6681612A0CB8}"/>
          </ac:spMkLst>
        </pc:spChg>
        <pc:picChg chg="mod">
          <ac:chgData name="הודיה קלנטר" userId="7bc4703a0bc17286" providerId="LiveId" clId="{BD9FE7AC-FFAF-41B4-9124-1CBD12457DB8}" dt="2026-09-18T11:58:55.576" v="207" actId="14100"/>
          <ac:picMkLst>
            <pc:docMk/>
            <pc:sldMk cId="0" sldId="256"/>
            <ac:picMk id="3" creationId="{00000000-0000-0000-0000-000000000000}"/>
          </ac:picMkLst>
        </pc:picChg>
        <pc:picChg chg="mod">
          <ac:chgData name="הודיה קלנטר" userId="7bc4703a0bc17286" providerId="LiveId" clId="{BD9FE7AC-FFAF-41B4-9124-1CBD12457DB8}" dt="2026-09-18T11:58:59.311" v="208" actId="1076"/>
          <ac:picMkLst>
            <pc:docMk/>
            <pc:sldMk cId="0" sldId="256"/>
            <ac:picMk id="4" creationId="{00000000-0000-0000-0000-000000000000}"/>
          </ac:picMkLst>
        </pc:picChg>
      </pc:sldChg>
      <pc:sldChg chg="modSp mod">
        <pc:chgData name="הודיה קלנטר" userId="7bc4703a0bc17286" providerId="LiveId" clId="{BD9FE7AC-FFAF-41B4-9124-1CBD12457DB8}" dt="2026-09-18T13:04:20.330" v="1944" actId="1035"/>
        <pc:sldMkLst>
          <pc:docMk/>
          <pc:sldMk cId="0" sldId="257"/>
        </pc:sldMkLst>
        <pc:spChg chg="mod">
          <ac:chgData name="הודיה קלנטר" userId="7bc4703a0bc17286" providerId="LiveId" clId="{BD9FE7AC-FFAF-41B4-9124-1CBD12457DB8}" dt="2026-09-18T11:56:42.241" v="124" actId="2711"/>
          <ac:spMkLst>
            <pc:docMk/>
            <pc:sldMk cId="0" sldId="257"/>
            <ac:spMk id="2" creationId="{00000000-0000-0000-0000-000000000000}"/>
          </ac:spMkLst>
        </pc:spChg>
        <pc:spChg chg="mod">
          <ac:chgData name="הודיה קלנטר" userId="7bc4703a0bc17286" providerId="LiveId" clId="{BD9FE7AC-FFAF-41B4-9124-1CBD12457DB8}" dt="2026-09-18T11:56:42.241" v="124" actId="2711"/>
          <ac:spMkLst>
            <pc:docMk/>
            <pc:sldMk cId="0" sldId="257"/>
            <ac:spMk id="3" creationId="{00000000-0000-0000-0000-000000000000}"/>
          </ac:spMkLst>
        </pc:spChg>
        <pc:spChg chg="mod">
          <ac:chgData name="הודיה קלנטר" userId="7bc4703a0bc17286" providerId="LiveId" clId="{BD9FE7AC-FFAF-41B4-9124-1CBD12457DB8}" dt="2026-09-18T12:34:05.237" v="1144" actId="1036"/>
          <ac:spMkLst>
            <pc:docMk/>
            <pc:sldMk cId="0" sldId="257"/>
            <ac:spMk id="4" creationId="{00000000-0000-0000-0000-000000000000}"/>
          </ac:spMkLst>
        </pc:spChg>
        <pc:spChg chg="mod">
          <ac:chgData name="הודיה קלנטר" userId="7bc4703a0bc17286" providerId="LiveId" clId="{BD9FE7AC-FFAF-41B4-9124-1CBD12457DB8}" dt="2026-09-18T11:56:42.241" v="124" actId="2711"/>
          <ac:spMkLst>
            <pc:docMk/>
            <pc:sldMk cId="0" sldId="257"/>
            <ac:spMk id="5" creationId="{00000000-0000-0000-0000-000000000000}"/>
          </ac:spMkLst>
        </pc:spChg>
        <pc:spChg chg="mod">
          <ac:chgData name="הודיה קלנטר" userId="7bc4703a0bc17286" providerId="LiveId" clId="{BD9FE7AC-FFAF-41B4-9124-1CBD12457DB8}" dt="2026-09-18T13:03:39.068" v="1937" actId="404"/>
          <ac:spMkLst>
            <pc:docMk/>
            <pc:sldMk cId="0" sldId="257"/>
            <ac:spMk id="6" creationId="{00000000-0000-0000-0000-000000000000}"/>
          </ac:spMkLst>
        </pc:spChg>
        <pc:spChg chg="mod">
          <ac:chgData name="הודיה קלנטר" userId="7bc4703a0bc17286" providerId="LiveId" clId="{BD9FE7AC-FFAF-41B4-9124-1CBD12457DB8}" dt="2026-09-18T13:04:15.521" v="1943" actId="1036"/>
          <ac:spMkLst>
            <pc:docMk/>
            <pc:sldMk cId="0" sldId="257"/>
            <ac:spMk id="7" creationId="{00000000-0000-0000-0000-000000000000}"/>
          </ac:spMkLst>
        </pc:spChg>
        <pc:spChg chg="mod">
          <ac:chgData name="הודיה קלנטר" userId="7bc4703a0bc17286" providerId="LiveId" clId="{BD9FE7AC-FFAF-41B4-9124-1CBD12457DB8}" dt="2026-09-18T11:56:42.241" v="124" actId="2711"/>
          <ac:spMkLst>
            <pc:docMk/>
            <pc:sldMk cId="0" sldId="257"/>
            <ac:spMk id="8" creationId="{00000000-0000-0000-0000-000000000000}"/>
          </ac:spMkLst>
        </pc:spChg>
        <pc:spChg chg="mod">
          <ac:chgData name="הודיה קלנטר" userId="7bc4703a0bc17286" providerId="LiveId" clId="{BD9FE7AC-FFAF-41B4-9124-1CBD12457DB8}" dt="2026-09-18T13:03:39.068" v="1937" actId="404"/>
          <ac:spMkLst>
            <pc:docMk/>
            <pc:sldMk cId="0" sldId="257"/>
            <ac:spMk id="9" creationId="{00000000-0000-0000-0000-000000000000}"/>
          </ac:spMkLst>
        </pc:spChg>
        <pc:spChg chg="mod">
          <ac:chgData name="הודיה קלנטר" userId="7bc4703a0bc17286" providerId="LiveId" clId="{BD9FE7AC-FFAF-41B4-9124-1CBD12457DB8}" dt="2026-09-18T13:04:04.178" v="1939" actId="404"/>
          <ac:spMkLst>
            <pc:docMk/>
            <pc:sldMk cId="0" sldId="257"/>
            <ac:spMk id="10" creationId="{00000000-0000-0000-0000-000000000000}"/>
          </ac:spMkLst>
        </pc:spChg>
        <pc:spChg chg="mod">
          <ac:chgData name="הודיה קלנטר" userId="7bc4703a0bc17286" providerId="LiveId" clId="{BD9FE7AC-FFAF-41B4-9124-1CBD12457DB8}" dt="2026-09-18T11:52:25.614" v="117" actId="1036"/>
          <ac:spMkLst>
            <pc:docMk/>
            <pc:sldMk cId="0" sldId="257"/>
            <ac:spMk id="11" creationId="{00000000-0000-0000-0000-000000000000}"/>
          </ac:spMkLst>
        </pc:spChg>
        <pc:spChg chg="mod">
          <ac:chgData name="הודיה קלנטר" userId="7bc4703a0bc17286" providerId="LiveId" clId="{BD9FE7AC-FFAF-41B4-9124-1CBD12457DB8}" dt="2026-09-18T13:03:39.068" v="1937" actId="404"/>
          <ac:spMkLst>
            <pc:docMk/>
            <pc:sldMk cId="0" sldId="257"/>
            <ac:spMk id="12" creationId="{00000000-0000-0000-0000-000000000000}"/>
          </ac:spMkLst>
        </pc:spChg>
        <pc:spChg chg="mod">
          <ac:chgData name="הודיה קלנטר" userId="7bc4703a0bc17286" providerId="LiveId" clId="{BD9FE7AC-FFAF-41B4-9124-1CBD12457DB8}" dt="2026-09-18T13:04:08.452" v="1940" actId="404"/>
          <ac:spMkLst>
            <pc:docMk/>
            <pc:sldMk cId="0" sldId="257"/>
            <ac:spMk id="13" creationId="{00000000-0000-0000-0000-000000000000}"/>
          </ac:spMkLst>
        </pc:spChg>
        <pc:spChg chg="mod">
          <ac:chgData name="הודיה קלנטר" userId="7bc4703a0bc17286" providerId="LiveId" clId="{BD9FE7AC-FFAF-41B4-9124-1CBD12457DB8}" dt="2026-09-18T13:04:20.330" v="1944" actId="1035"/>
          <ac:spMkLst>
            <pc:docMk/>
            <pc:sldMk cId="0" sldId="257"/>
            <ac:spMk id="14" creationId="{00000000-0000-0000-0000-000000000000}"/>
          </ac:spMkLst>
        </pc:spChg>
        <pc:spChg chg="mod">
          <ac:chgData name="הודיה קלנטר" userId="7bc4703a0bc17286" providerId="LiveId" clId="{BD9FE7AC-FFAF-41B4-9124-1CBD12457DB8}" dt="2026-09-18T11:57:06.917" v="128" actId="14100"/>
          <ac:spMkLst>
            <pc:docMk/>
            <pc:sldMk cId="0" sldId="257"/>
            <ac:spMk id="19" creationId="{83ED6FF7-D2CE-76B3-62EE-7F76921F7BAB}"/>
          </ac:spMkLst>
        </pc:spChg>
      </pc:sldChg>
      <pc:sldChg chg="delSp modSp mod">
        <pc:chgData name="הודיה קלנטר" userId="7bc4703a0bc17286" providerId="LiveId" clId="{BD9FE7AC-FFAF-41B4-9124-1CBD12457DB8}" dt="2026-09-19T18:52:57.051" v="2158" actId="14100"/>
        <pc:sldMkLst>
          <pc:docMk/>
          <pc:sldMk cId="0" sldId="258"/>
        </pc:sldMkLst>
        <pc:spChg chg="mod">
          <ac:chgData name="הודיה קלנטר" userId="7bc4703a0bc17286" providerId="LiveId" clId="{BD9FE7AC-FFAF-41B4-9124-1CBD12457DB8}" dt="2026-09-18T13:06:18.588" v="1987" actId="1035"/>
          <ac:spMkLst>
            <pc:docMk/>
            <pc:sldMk cId="0" sldId="258"/>
            <ac:spMk id="3" creationId="{2D5871F8-121F-D64D-E341-68ACADA05202}"/>
          </ac:spMkLst>
        </pc:spChg>
        <pc:spChg chg="mod">
          <ac:chgData name="הודיה קלנטר" userId="7bc4703a0bc17286" providerId="LiveId" clId="{BD9FE7AC-FFAF-41B4-9124-1CBD12457DB8}" dt="2026-09-18T13:06:49.343" v="2025" actId="1036"/>
          <ac:spMkLst>
            <pc:docMk/>
            <pc:sldMk cId="0" sldId="258"/>
            <ac:spMk id="4" creationId="{00000000-0000-0000-0000-000000000000}"/>
          </ac:spMkLst>
        </pc:spChg>
        <pc:spChg chg="mod">
          <ac:chgData name="הודיה קלנטר" userId="7bc4703a0bc17286" providerId="LiveId" clId="{BD9FE7AC-FFAF-41B4-9124-1CBD12457DB8}" dt="2026-09-19T18:51:33.502" v="2146" actId="14100"/>
          <ac:spMkLst>
            <pc:docMk/>
            <pc:sldMk cId="0" sldId="258"/>
            <ac:spMk id="5" creationId="{00000000-0000-0000-0000-000000000000}"/>
          </ac:spMkLst>
        </pc:spChg>
        <pc:spChg chg="mod">
          <ac:chgData name="הודיה קלנטר" userId="7bc4703a0bc17286" providerId="LiveId" clId="{BD9FE7AC-FFAF-41B4-9124-1CBD12457DB8}" dt="2026-09-19T18:51:14.576" v="2144" actId="1035"/>
          <ac:spMkLst>
            <pc:docMk/>
            <pc:sldMk cId="0" sldId="258"/>
            <ac:spMk id="6" creationId="{00000000-0000-0000-0000-000000000000}"/>
          </ac:spMkLst>
        </pc:spChg>
        <pc:spChg chg="mod">
          <ac:chgData name="הודיה קלנטר" userId="7bc4703a0bc17286" providerId="LiveId" clId="{BD9FE7AC-FFAF-41B4-9124-1CBD12457DB8}" dt="2026-09-19T18:51:00.368" v="2121" actId="1035"/>
          <ac:spMkLst>
            <pc:docMk/>
            <pc:sldMk cId="0" sldId="258"/>
            <ac:spMk id="7" creationId="{00000000-0000-0000-0000-000000000000}"/>
          </ac:spMkLst>
        </pc:spChg>
        <pc:spChg chg="del">
          <ac:chgData name="הודיה קלנטר" userId="7bc4703a0bc17286" providerId="LiveId" clId="{BD9FE7AC-FFAF-41B4-9124-1CBD12457DB8}" dt="2026-09-18T12:07:57.003" v="235" actId="478"/>
          <ac:spMkLst>
            <pc:docMk/>
            <pc:sldMk cId="0" sldId="258"/>
            <ac:spMk id="8" creationId="{00000000-0000-0000-0000-000000000000}"/>
          </ac:spMkLst>
        </pc:spChg>
        <pc:spChg chg="mod">
          <ac:chgData name="הודיה קלנטר" userId="7bc4703a0bc17286" providerId="LiveId" clId="{BD9FE7AC-FFAF-41B4-9124-1CBD12457DB8}" dt="2026-09-19T18:51:33.502" v="2146" actId="14100"/>
          <ac:spMkLst>
            <pc:docMk/>
            <pc:sldMk cId="0" sldId="258"/>
            <ac:spMk id="9" creationId="{00000000-0000-0000-0000-000000000000}"/>
          </ac:spMkLst>
        </pc:spChg>
        <pc:spChg chg="mod">
          <ac:chgData name="הודיה קלנטר" userId="7bc4703a0bc17286" providerId="LiveId" clId="{BD9FE7AC-FFAF-41B4-9124-1CBD12457DB8}" dt="2026-09-19T18:51:14.576" v="2144" actId="1035"/>
          <ac:spMkLst>
            <pc:docMk/>
            <pc:sldMk cId="0" sldId="258"/>
            <ac:spMk id="10" creationId="{00000000-0000-0000-0000-000000000000}"/>
          </ac:spMkLst>
        </pc:spChg>
        <pc:spChg chg="mod">
          <ac:chgData name="הודיה קלנטר" userId="7bc4703a0bc17286" providerId="LiveId" clId="{BD9FE7AC-FFAF-41B4-9124-1CBD12457DB8}" dt="2026-09-19T18:51:00.368" v="2121" actId="1035"/>
          <ac:spMkLst>
            <pc:docMk/>
            <pc:sldMk cId="0" sldId="258"/>
            <ac:spMk id="11" creationId="{00000000-0000-0000-0000-000000000000}"/>
          </ac:spMkLst>
        </pc:spChg>
        <pc:spChg chg="del mod">
          <ac:chgData name="הודיה קלנטר" userId="7bc4703a0bc17286" providerId="LiveId" clId="{BD9FE7AC-FFAF-41B4-9124-1CBD12457DB8}" dt="2026-09-18T12:08:12.751" v="237" actId="478"/>
          <ac:spMkLst>
            <pc:docMk/>
            <pc:sldMk cId="0" sldId="258"/>
            <ac:spMk id="12" creationId="{00000000-0000-0000-0000-000000000000}"/>
          </ac:spMkLst>
        </pc:spChg>
        <pc:spChg chg="mod">
          <ac:chgData name="הודיה קלנטר" userId="7bc4703a0bc17286" providerId="LiveId" clId="{BD9FE7AC-FFAF-41B4-9124-1CBD12457DB8}" dt="2026-09-19T18:52:57.051" v="2158" actId="14100"/>
          <ac:spMkLst>
            <pc:docMk/>
            <pc:sldMk cId="0" sldId="258"/>
            <ac:spMk id="13" creationId="{00000000-0000-0000-0000-000000000000}"/>
          </ac:spMkLst>
        </pc:spChg>
        <pc:spChg chg="mod">
          <ac:chgData name="הודיה קלנטר" userId="7bc4703a0bc17286" providerId="LiveId" clId="{BD9FE7AC-FFAF-41B4-9124-1CBD12457DB8}" dt="2026-09-19T18:51:14.576" v="2144" actId="1035"/>
          <ac:spMkLst>
            <pc:docMk/>
            <pc:sldMk cId="0" sldId="258"/>
            <ac:spMk id="14" creationId="{00000000-0000-0000-0000-000000000000}"/>
          </ac:spMkLst>
        </pc:spChg>
        <pc:spChg chg="mod">
          <ac:chgData name="הודיה קלנטר" userId="7bc4703a0bc17286" providerId="LiveId" clId="{BD9FE7AC-FFAF-41B4-9124-1CBD12457DB8}" dt="2026-09-19T18:51:00.368" v="2121" actId="1035"/>
          <ac:spMkLst>
            <pc:docMk/>
            <pc:sldMk cId="0" sldId="258"/>
            <ac:spMk id="15" creationId="{00000000-0000-0000-0000-000000000000}"/>
          </ac:spMkLst>
        </pc:spChg>
        <pc:spChg chg="del mod">
          <ac:chgData name="הודיה קלנטר" userId="7bc4703a0bc17286" providerId="LiveId" clId="{BD9FE7AC-FFAF-41B4-9124-1CBD12457DB8}" dt="2026-09-18T12:08:27.261" v="239" actId="478"/>
          <ac:spMkLst>
            <pc:docMk/>
            <pc:sldMk cId="0" sldId="258"/>
            <ac:spMk id="16" creationId="{00000000-0000-0000-0000-000000000000}"/>
          </ac:spMkLst>
        </pc:spChg>
        <pc:spChg chg="mod">
          <ac:chgData name="הודיה קלנטר" userId="7bc4703a0bc17286" providerId="LiveId" clId="{BD9FE7AC-FFAF-41B4-9124-1CBD12457DB8}" dt="2026-09-19T18:52:51.995" v="2157" actId="14100"/>
          <ac:spMkLst>
            <pc:docMk/>
            <pc:sldMk cId="0" sldId="258"/>
            <ac:spMk id="17" creationId="{00000000-0000-0000-0000-000000000000}"/>
          </ac:spMkLst>
        </pc:spChg>
        <pc:spChg chg="mod">
          <ac:chgData name="הודיה קלנטר" userId="7bc4703a0bc17286" providerId="LiveId" clId="{BD9FE7AC-FFAF-41B4-9124-1CBD12457DB8}" dt="2026-09-19T18:52:10.094" v="2156" actId="113"/>
          <ac:spMkLst>
            <pc:docMk/>
            <pc:sldMk cId="0" sldId="258"/>
            <ac:spMk id="18" creationId="{00000000-0000-0000-0000-000000000000}"/>
          </ac:spMkLst>
        </pc:spChg>
        <pc:spChg chg="mod">
          <ac:chgData name="הודיה קלנטר" userId="7bc4703a0bc17286" providerId="LiveId" clId="{BD9FE7AC-FFAF-41B4-9124-1CBD12457DB8}" dt="2026-09-18T12:01:40.638" v="213" actId="2711"/>
          <ac:spMkLst>
            <pc:docMk/>
            <pc:sldMk cId="0" sldId="258"/>
            <ac:spMk id="19" creationId="{00000000-0000-0000-0000-000000000000}"/>
          </ac:spMkLst>
        </pc:spChg>
      </pc:sldChg>
      <pc:sldChg chg="addSp delSp modSp mod">
        <pc:chgData name="הודיה קלנטר" userId="7bc4703a0bc17286" providerId="LiveId" clId="{BD9FE7AC-FFAF-41B4-9124-1CBD12457DB8}" dt="2026-09-18T12:18:40.275" v="576" actId="22"/>
        <pc:sldMkLst>
          <pc:docMk/>
          <pc:sldMk cId="0" sldId="259"/>
        </pc:sldMkLst>
        <pc:spChg chg="mod">
          <ac:chgData name="הודיה קלנטר" userId="7bc4703a0bc17286" providerId="LiveId" clId="{BD9FE7AC-FFAF-41B4-9124-1CBD12457DB8}" dt="2026-09-18T12:16:13.109" v="495" actId="1035"/>
          <ac:spMkLst>
            <pc:docMk/>
            <pc:sldMk cId="0" sldId="259"/>
            <ac:spMk id="2" creationId="{00000000-0000-0000-0000-000000000000}"/>
          </ac:spMkLst>
        </pc:spChg>
        <pc:spChg chg="mod">
          <ac:chgData name="הודיה קלנטר" userId="7bc4703a0bc17286" providerId="LiveId" clId="{BD9FE7AC-FFAF-41B4-9124-1CBD12457DB8}" dt="2026-09-18T12:16:13.109" v="495" actId="1035"/>
          <ac:spMkLst>
            <pc:docMk/>
            <pc:sldMk cId="0" sldId="259"/>
            <ac:spMk id="5" creationId="{00000000-0000-0000-0000-000000000000}"/>
          </ac:spMkLst>
        </pc:spChg>
        <pc:spChg chg="mod">
          <ac:chgData name="הודיה קלנטר" userId="7bc4703a0bc17286" providerId="LiveId" clId="{BD9FE7AC-FFAF-41B4-9124-1CBD12457DB8}" dt="2026-09-18T12:16:13.109" v="495" actId="1035"/>
          <ac:spMkLst>
            <pc:docMk/>
            <pc:sldMk cId="0" sldId="259"/>
            <ac:spMk id="6" creationId="{00000000-0000-0000-0000-000000000000}"/>
          </ac:spMkLst>
        </pc:spChg>
        <pc:spChg chg="mod">
          <ac:chgData name="הודיה קלנטר" userId="7bc4703a0bc17286" providerId="LiveId" clId="{BD9FE7AC-FFAF-41B4-9124-1CBD12457DB8}" dt="2026-09-18T12:16:13.109" v="495" actId="1035"/>
          <ac:spMkLst>
            <pc:docMk/>
            <pc:sldMk cId="0" sldId="259"/>
            <ac:spMk id="7" creationId="{00000000-0000-0000-0000-000000000000}"/>
          </ac:spMkLst>
        </pc:spChg>
        <pc:spChg chg="mod">
          <ac:chgData name="הודיה קלנטר" userId="7bc4703a0bc17286" providerId="LiveId" clId="{BD9FE7AC-FFAF-41B4-9124-1CBD12457DB8}" dt="2026-09-18T12:16:13.109" v="495" actId="1035"/>
          <ac:spMkLst>
            <pc:docMk/>
            <pc:sldMk cId="0" sldId="259"/>
            <ac:spMk id="8" creationId="{00000000-0000-0000-0000-000000000000}"/>
          </ac:spMkLst>
        </pc:spChg>
        <pc:spChg chg="mod">
          <ac:chgData name="הודיה קלנטר" userId="7bc4703a0bc17286" providerId="LiveId" clId="{BD9FE7AC-FFAF-41B4-9124-1CBD12457DB8}" dt="2026-09-18T12:16:13.109" v="495" actId="1035"/>
          <ac:spMkLst>
            <pc:docMk/>
            <pc:sldMk cId="0" sldId="259"/>
            <ac:spMk id="10" creationId="{00000000-0000-0000-0000-000000000000}"/>
          </ac:spMkLst>
        </pc:spChg>
        <pc:spChg chg="mod">
          <ac:chgData name="הודיה קלנטר" userId="7bc4703a0bc17286" providerId="LiveId" clId="{BD9FE7AC-FFAF-41B4-9124-1CBD12457DB8}" dt="2026-09-18T12:16:13.109" v="495" actId="1035"/>
          <ac:spMkLst>
            <pc:docMk/>
            <pc:sldMk cId="0" sldId="259"/>
            <ac:spMk id="12" creationId="{00000000-0000-0000-0000-000000000000}"/>
          </ac:spMkLst>
        </pc:spChg>
        <pc:spChg chg="mod">
          <ac:chgData name="הודיה קלנטר" userId="7bc4703a0bc17286" providerId="LiveId" clId="{BD9FE7AC-FFAF-41B4-9124-1CBD12457DB8}" dt="2026-09-18T12:16:13.109" v="495" actId="1035"/>
          <ac:spMkLst>
            <pc:docMk/>
            <pc:sldMk cId="0" sldId="259"/>
            <ac:spMk id="13" creationId="{00000000-0000-0000-0000-000000000000}"/>
          </ac:spMkLst>
        </pc:spChg>
        <pc:spChg chg="mod">
          <ac:chgData name="הודיה קלנטר" userId="7bc4703a0bc17286" providerId="LiveId" clId="{BD9FE7AC-FFAF-41B4-9124-1CBD12457DB8}" dt="2026-09-18T12:15:05.657" v="469" actId="113"/>
          <ac:spMkLst>
            <pc:docMk/>
            <pc:sldMk cId="0" sldId="259"/>
            <ac:spMk id="14" creationId="{00000000-0000-0000-0000-000000000000}"/>
          </ac:spMkLst>
        </pc:spChg>
        <pc:spChg chg="mod">
          <ac:chgData name="הודיה קלנטר" userId="7bc4703a0bc17286" providerId="LiveId" clId="{BD9FE7AC-FFAF-41B4-9124-1CBD12457DB8}" dt="2026-09-18T12:16:13.109" v="495" actId="1035"/>
          <ac:spMkLst>
            <pc:docMk/>
            <pc:sldMk cId="0" sldId="259"/>
            <ac:spMk id="15" creationId="{00000000-0000-0000-0000-000000000000}"/>
          </ac:spMkLst>
        </pc:spChg>
        <pc:spChg chg="mod">
          <ac:chgData name="הודיה קלנטר" userId="7bc4703a0bc17286" providerId="LiveId" clId="{BD9FE7AC-FFAF-41B4-9124-1CBD12457DB8}" dt="2026-09-18T12:15:42.102" v="482" actId="14100"/>
          <ac:spMkLst>
            <pc:docMk/>
            <pc:sldMk cId="0" sldId="259"/>
            <ac:spMk id="16" creationId="{00000000-0000-0000-0000-000000000000}"/>
          </ac:spMkLst>
        </pc:spChg>
        <pc:spChg chg="mod">
          <ac:chgData name="הודיה קלנטר" userId="7bc4703a0bc17286" providerId="LiveId" clId="{BD9FE7AC-FFAF-41B4-9124-1CBD12457DB8}" dt="2026-09-18T12:16:13.109" v="495" actId="1035"/>
          <ac:spMkLst>
            <pc:docMk/>
            <pc:sldMk cId="0" sldId="259"/>
            <ac:spMk id="17" creationId="{00000000-0000-0000-0000-000000000000}"/>
          </ac:spMkLst>
        </pc:spChg>
        <pc:spChg chg="mod">
          <ac:chgData name="הודיה קלנטר" userId="7bc4703a0bc17286" providerId="LiveId" clId="{BD9FE7AC-FFAF-41B4-9124-1CBD12457DB8}" dt="2026-09-18T12:15:36.061" v="481" actId="14100"/>
          <ac:spMkLst>
            <pc:docMk/>
            <pc:sldMk cId="0" sldId="259"/>
            <ac:spMk id="18" creationId="{00000000-0000-0000-0000-000000000000}"/>
          </ac:spMkLst>
        </pc:spChg>
        <pc:spChg chg="mod">
          <ac:chgData name="הודיה קלנטר" userId="7bc4703a0bc17286" providerId="LiveId" clId="{BD9FE7AC-FFAF-41B4-9124-1CBD12457DB8}" dt="2026-09-18T12:18:30.208" v="574" actId="1036"/>
          <ac:spMkLst>
            <pc:docMk/>
            <pc:sldMk cId="0" sldId="259"/>
            <ac:spMk id="21" creationId="{6DC1D1F9-534C-27A4-04C0-A15C28C1ED32}"/>
          </ac:spMkLst>
        </pc:spChg>
        <pc:spChg chg="add mod ord">
          <ac:chgData name="הודיה קלנטר" userId="7bc4703a0bc17286" providerId="LiveId" clId="{BD9FE7AC-FFAF-41B4-9124-1CBD12457DB8}" dt="2026-09-18T12:18:06.976" v="513" actId="171"/>
          <ac:spMkLst>
            <pc:docMk/>
            <pc:sldMk cId="0" sldId="259"/>
            <ac:spMk id="22" creationId="{4724CBB5-47E0-1009-0BA6-7B21AA5E1C83}"/>
          </ac:spMkLst>
        </pc:spChg>
        <pc:spChg chg="add del">
          <ac:chgData name="הודיה קלנטר" userId="7bc4703a0bc17286" providerId="LiveId" clId="{BD9FE7AC-FFAF-41B4-9124-1CBD12457DB8}" dt="2026-09-18T12:18:40.275" v="576" actId="22"/>
          <ac:spMkLst>
            <pc:docMk/>
            <pc:sldMk cId="0" sldId="259"/>
            <ac:spMk id="24" creationId="{2811F5DF-82A4-84A6-5E6D-25C9ADB9A0C0}"/>
          </ac:spMkLst>
        </pc:spChg>
      </pc:sldChg>
      <pc:sldChg chg="addSp delSp modSp mod">
        <pc:chgData name="הודיה קלנטר" userId="7bc4703a0bc17286" providerId="LiveId" clId="{BD9FE7AC-FFAF-41B4-9124-1CBD12457DB8}" dt="2026-09-18T12:33:39.450" v="1119" actId="404"/>
        <pc:sldMkLst>
          <pc:docMk/>
          <pc:sldMk cId="0" sldId="260"/>
        </pc:sldMkLst>
        <pc:spChg chg="mod">
          <ac:chgData name="הודיה קלנטר" userId="7bc4703a0bc17286" providerId="LiveId" clId="{BD9FE7AC-FFAF-41B4-9124-1CBD12457DB8}" dt="2026-09-18T12:02:03.376" v="215" actId="2711"/>
          <ac:spMkLst>
            <pc:docMk/>
            <pc:sldMk cId="0" sldId="260"/>
            <ac:spMk id="3" creationId="{00000000-0000-0000-0000-000000000000}"/>
          </ac:spMkLst>
        </pc:spChg>
        <pc:spChg chg="mod">
          <ac:chgData name="הודיה קלנטר" userId="7bc4703a0bc17286" providerId="LiveId" clId="{BD9FE7AC-FFAF-41B4-9124-1CBD12457DB8}" dt="2026-09-18T12:02:03.376" v="215" actId="2711"/>
          <ac:spMkLst>
            <pc:docMk/>
            <pc:sldMk cId="0" sldId="260"/>
            <ac:spMk id="4" creationId="{00000000-0000-0000-0000-000000000000}"/>
          </ac:spMkLst>
        </pc:spChg>
        <pc:spChg chg="mod">
          <ac:chgData name="הודיה קלנטר" userId="7bc4703a0bc17286" providerId="LiveId" clId="{BD9FE7AC-FFAF-41B4-9124-1CBD12457DB8}" dt="2026-09-18T12:33:39.450" v="1119" actId="404"/>
          <ac:spMkLst>
            <pc:docMk/>
            <pc:sldMk cId="0" sldId="260"/>
            <ac:spMk id="5" creationId="{00000000-0000-0000-0000-000000000000}"/>
          </ac:spMkLst>
        </pc:spChg>
        <pc:spChg chg="mod">
          <ac:chgData name="הודיה קלנטר" userId="7bc4703a0bc17286" providerId="LiveId" clId="{BD9FE7AC-FFAF-41B4-9124-1CBD12457DB8}" dt="2026-09-18T12:23:58.487" v="804" actId="1035"/>
          <ac:spMkLst>
            <pc:docMk/>
            <pc:sldMk cId="0" sldId="260"/>
            <ac:spMk id="6" creationId="{00000000-0000-0000-0000-000000000000}"/>
          </ac:spMkLst>
        </pc:spChg>
        <pc:spChg chg="mod">
          <ac:chgData name="הודיה קלנטר" userId="7bc4703a0bc17286" providerId="LiveId" clId="{BD9FE7AC-FFAF-41B4-9124-1CBD12457DB8}" dt="2026-09-18T12:23:58.487" v="804" actId="1035"/>
          <ac:spMkLst>
            <pc:docMk/>
            <pc:sldMk cId="0" sldId="260"/>
            <ac:spMk id="7" creationId="{00000000-0000-0000-0000-000000000000}"/>
          </ac:spMkLst>
        </pc:spChg>
        <pc:spChg chg="mod">
          <ac:chgData name="הודיה קלנטר" userId="7bc4703a0bc17286" providerId="LiveId" clId="{BD9FE7AC-FFAF-41B4-9124-1CBD12457DB8}" dt="2026-09-18T12:23:58.487" v="804" actId="1035"/>
          <ac:spMkLst>
            <pc:docMk/>
            <pc:sldMk cId="0" sldId="260"/>
            <ac:spMk id="8" creationId="{00000000-0000-0000-0000-000000000000}"/>
          </ac:spMkLst>
        </pc:spChg>
        <pc:spChg chg="mod">
          <ac:chgData name="הודיה קלנטר" userId="7bc4703a0bc17286" providerId="LiveId" clId="{BD9FE7AC-FFAF-41B4-9124-1CBD12457DB8}" dt="2026-09-18T12:23:58.487" v="804" actId="1035"/>
          <ac:spMkLst>
            <pc:docMk/>
            <pc:sldMk cId="0" sldId="260"/>
            <ac:spMk id="9" creationId="{00000000-0000-0000-0000-000000000000}"/>
          </ac:spMkLst>
        </pc:spChg>
        <pc:spChg chg="mod">
          <ac:chgData name="הודיה קלנטר" userId="7bc4703a0bc17286" providerId="LiveId" clId="{BD9FE7AC-FFAF-41B4-9124-1CBD12457DB8}" dt="2026-09-18T12:23:58.487" v="804" actId="1035"/>
          <ac:spMkLst>
            <pc:docMk/>
            <pc:sldMk cId="0" sldId="260"/>
            <ac:spMk id="10" creationId="{00000000-0000-0000-0000-000000000000}"/>
          </ac:spMkLst>
        </pc:spChg>
        <pc:spChg chg="mod">
          <ac:chgData name="הודיה קלנטר" userId="7bc4703a0bc17286" providerId="LiveId" clId="{BD9FE7AC-FFAF-41B4-9124-1CBD12457DB8}" dt="2026-09-18T12:23:58.487" v="804" actId="1035"/>
          <ac:spMkLst>
            <pc:docMk/>
            <pc:sldMk cId="0" sldId="260"/>
            <ac:spMk id="11" creationId="{00000000-0000-0000-0000-000000000000}"/>
          </ac:spMkLst>
        </pc:spChg>
        <pc:spChg chg="mod">
          <ac:chgData name="הודיה קלנטר" userId="7bc4703a0bc17286" providerId="LiveId" clId="{BD9FE7AC-FFAF-41B4-9124-1CBD12457DB8}" dt="2026-09-18T12:23:58.487" v="804" actId="1035"/>
          <ac:spMkLst>
            <pc:docMk/>
            <pc:sldMk cId="0" sldId="260"/>
            <ac:spMk id="12" creationId="{00000000-0000-0000-0000-000000000000}"/>
          </ac:spMkLst>
        </pc:spChg>
        <pc:spChg chg="mod">
          <ac:chgData name="הודיה קלנטר" userId="7bc4703a0bc17286" providerId="LiveId" clId="{BD9FE7AC-FFAF-41B4-9124-1CBD12457DB8}" dt="2026-09-18T12:23:58.487" v="804" actId="1035"/>
          <ac:spMkLst>
            <pc:docMk/>
            <pc:sldMk cId="0" sldId="260"/>
            <ac:spMk id="13" creationId="{00000000-0000-0000-0000-000000000000}"/>
          </ac:spMkLst>
        </pc:spChg>
        <pc:spChg chg="mod">
          <ac:chgData name="הודיה קלנטר" userId="7bc4703a0bc17286" providerId="LiveId" clId="{BD9FE7AC-FFAF-41B4-9124-1CBD12457DB8}" dt="2026-09-18T12:23:58.487" v="804" actId="1035"/>
          <ac:spMkLst>
            <pc:docMk/>
            <pc:sldMk cId="0" sldId="260"/>
            <ac:spMk id="14" creationId="{00000000-0000-0000-0000-000000000000}"/>
          </ac:spMkLst>
        </pc:spChg>
        <pc:spChg chg="del">
          <ac:chgData name="הודיה קלנטר" userId="7bc4703a0bc17286" providerId="LiveId" clId="{BD9FE7AC-FFAF-41B4-9124-1CBD12457DB8}" dt="2026-09-18T12:23:35.531" v="771" actId="478"/>
          <ac:spMkLst>
            <pc:docMk/>
            <pc:sldMk cId="0" sldId="260"/>
            <ac:spMk id="15" creationId="{00000000-0000-0000-0000-000000000000}"/>
          </ac:spMkLst>
        </pc:spChg>
        <pc:spChg chg="mod">
          <ac:chgData name="הודיה קלנטר" userId="7bc4703a0bc17286" providerId="LiveId" clId="{BD9FE7AC-FFAF-41B4-9124-1CBD12457DB8}" dt="2026-09-18T12:23:51.497" v="789" actId="1036"/>
          <ac:spMkLst>
            <pc:docMk/>
            <pc:sldMk cId="0" sldId="260"/>
            <ac:spMk id="16" creationId="{00000000-0000-0000-0000-000000000000}"/>
          </ac:spMkLst>
        </pc:spChg>
        <pc:spChg chg="mod">
          <ac:chgData name="הודיה קלנטר" userId="7bc4703a0bc17286" providerId="LiveId" clId="{BD9FE7AC-FFAF-41B4-9124-1CBD12457DB8}" dt="2026-09-18T12:23:51.497" v="789" actId="1036"/>
          <ac:spMkLst>
            <pc:docMk/>
            <pc:sldMk cId="0" sldId="260"/>
            <ac:spMk id="17" creationId="{00000000-0000-0000-0000-000000000000}"/>
          </ac:spMkLst>
        </pc:spChg>
        <pc:spChg chg="mod">
          <ac:chgData name="הודיה קלנטר" userId="7bc4703a0bc17286" providerId="LiveId" clId="{BD9FE7AC-FFAF-41B4-9124-1CBD12457DB8}" dt="2026-09-18T12:23:51.497" v="789" actId="1036"/>
          <ac:spMkLst>
            <pc:docMk/>
            <pc:sldMk cId="0" sldId="260"/>
            <ac:spMk id="19" creationId="{00000000-0000-0000-0000-000000000000}"/>
          </ac:spMkLst>
        </pc:spChg>
        <pc:spChg chg="mod">
          <ac:chgData name="הודיה קלנטר" userId="7bc4703a0bc17286" providerId="LiveId" clId="{BD9FE7AC-FFAF-41B4-9124-1CBD12457DB8}" dt="2026-09-18T12:23:51.497" v="789" actId="1036"/>
          <ac:spMkLst>
            <pc:docMk/>
            <pc:sldMk cId="0" sldId="260"/>
            <ac:spMk id="20" creationId="{00000000-0000-0000-0000-000000000000}"/>
          </ac:spMkLst>
        </pc:spChg>
        <pc:spChg chg="add del">
          <ac:chgData name="הודיה קלנטר" userId="7bc4703a0bc17286" providerId="LiveId" clId="{BD9FE7AC-FFAF-41B4-9124-1CBD12457DB8}" dt="2026-09-18T12:22:46.981" v="752" actId="22"/>
          <ac:spMkLst>
            <pc:docMk/>
            <pc:sldMk cId="0" sldId="260"/>
            <ac:spMk id="23" creationId="{DED236FA-6FE4-E427-853B-52C74B7D3044}"/>
          </ac:spMkLst>
        </pc:spChg>
        <pc:picChg chg="mod">
          <ac:chgData name="הודיה קלנטר" userId="7bc4703a0bc17286" providerId="LiveId" clId="{BD9FE7AC-FFAF-41B4-9124-1CBD12457DB8}" dt="2026-09-18T12:23:51.497" v="789" actId="1036"/>
          <ac:picMkLst>
            <pc:docMk/>
            <pc:sldMk cId="0" sldId="260"/>
            <ac:picMk id="18" creationId="{00000000-0000-0000-0000-000000000000}"/>
          </ac:picMkLst>
        </pc:picChg>
        <pc:picChg chg="mod">
          <ac:chgData name="הודיה קלנטר" userId="7bc4703a0bc17286" providerId="LiveId" clId="{BD9FE7AC-FFAF-41B4-9124-1CBD12457DB8}" dt="2026-09-18T12:23:51.497" v="789" actId="1036"/>
          <ac:picMkLst>
            <pc:docMk/>
            <pc:sldMk cId="0" sldId="260"/>
            <ac:picMk id="21" creationId="{00000000-0000-0000-0000-000000000000}"/>
          </ac:picMkLst>
        </pc:picChg>
      </pc:sldChg>
      <pc:sldChg chg="delSp modSp mod">
        <pc:chgData name="הודיה קלנטר" userId="7bc4703a0bc17286" providerId="LiveId" clId="{BD9FE7AC-FFAF-41B4-9124-1CBD12457DB8}" dt="2026-09-18T12:33:20.547" v="1115" actId="113"/>
        <pc:sldMkLst>
          <pc:docMk/>
          <pc:sldMk cId="0" sldId="261"/>
        </pc:sldMkLst>
        <pc:spChg chg="mod">
          <ac:chgData name="הודיה קלנטר" userId="7bc4703a0bc17286" providerId="LiveId" clId="{BD9FE7AC-FFAF-41B4-9124-1CBD12457DB8}" dt="2026-09-18T12:33:20.547" v="1115" actId="113"/>
          <ac:spMkLst>
            <pc:docMk/>
            <pc:sldMk cId="0" sldId="261"/>
            <ac:spMk id="4" creationId="{00000000-0000-0000-0000-000000000000}"/>
          </ac:spMkLst>
        </pc:spChg>
        <pc:spChg chg="mod">
          <ac:chgData name="הודיה קלנטר" userId="7bc4703a0bc17286" providerId="LiveId" clId="{BD9FE7AC-FFAF-41B4-9124-1CBD12457DB8}" dt="2026-09-18T12:30:11.776" v="1057" actId="1035"/>
          <ac:spMkLst>
            <pc:docMk/>
            <pc:sldMk cId="0" sldId="261"/>
            <ac:spMk id="5" creationId="{00000000-0000-0000-0000-000000000000}"/>
          </ac:spMkLst>
        </pc:spChg>
        <pc:spChg chg="mod">
          <ac:chgData name="הודיה קלנטר" userId="7bc4703a0bc17286" providerId="LiveId" clId="{BD9FE7AC-FFAF-41B4-9124-1CBD12457DB8}" dt="2026-09-18T12:30:37.409" v="1081" actId="403"/>
          <ac:spMkLst>
            <pc:docMk/>
            <pc:sldMk cId="0" sldId="261"/>
            <ac:spMk id="6" creationId="{00000000-0000-0000-0000-000000000000}"/>
          </ac:spMkLst>
        </pc:spChg>
        <pc:spChg chg="mod">
          <ac:chgData name="הודיה קלנטר" userId="7bc4703a0bc17286" providerId="LiveId" clId="{BD9FE7AC-FFAF-41B4-9124-1CBD12457DB8}" dt="2026-09-18T12:32:15.177" v="1089" actId="113"/>
          <ac:spMkLst>
            <pc:docMk/>
            <pc:sldMk cId="0" sldId="261"/>
            <ac:spMk id="7" creationId="{00000000-0000-0000-0000-000000000000}"/>
          </ac:spMkLst>
        </pc:spChg>
        <pc:spChg chg="mod">
          <ac:chgData name="הודיה קלנטר" userId="7bc4703a0bc17286" providerId="LiveId" clId="{BD9FE7AC-FFAF-41B4-9124-1CBD12457DB8}" dt="2026-09-18T12:27:56.067" v="983" actId="1035"/>
          <ac:spMkLst>
            <pc:docMk/>
            <pc:sldMk cId="0" sldId="261"/>
            <ac:spMk id="8" creationId="{00000000-0000-0000-0000-000000000000}"/>
          </ac:spMkLst>
        </pc:spChg>
        <pc:spChg chg="mod">
          <ac:chgData name="הודיה קלנטר" userId="7bc4703a0bc17286" providerId="LiveId" clId="{BD9FE7AC-FFAF-41B4-9124-1CBD12457DB8}" dt="2026-09-18T12:31:13.937" v="1082" actId="403"/>
          <ac:spMkLst>
            <pc:docMk/>
            <pc:sldMk cId="0" sldId="261"/>
            <ac:spMk id="9" creationId="{00000000-0000-0000-0000-000000000000}"/>
          </ac:spMkLst>
        </pc:spChg>
        <pc:spChg chg="mod">
          <ac:chgData name="הודיה קלנטר" userId="7bc4703a0bc17286" providerId="LiveId" clId="{BD9FE7AC-FFAF-41B4-9124-1CBD12457DB8}" dt="2026-09-18T12:32:21.533" v="1090" actId="113"/>
          <ac:spMkLst>
            <pc:docMk/>
            <pc:sldMk cId="0" sldId="261"/>
            <ac:spMk id="10" creationId="{00000000-0000-0000-0000-000000000000}"/>
          </ac:spMkLst>
        </pc:spChg>
        <pc:spChg chg="mod">
          <ac:chgData name="הודיה קלנטר" userId="7bc4703a0bc17286" providerId="LiveId" clId="{BD9FE7AC-FFAF-41B4-9124-1CBD12457DB8}" dt="2026-09-18T12:30:24.220" v="1080" actId="1035"/>
          <ac:spMkLst>
            <pc:docMk/>
            <pc:sldMk cId="0" sldId="261"/>
            <ac:spMk id="11" creationId="{00000000-0000-0000-0000-000000000000}"/>
          </ac:spMkLst>
        </pc:spChg>
        <pc:spChg chg="mod">
          <ac:chgData name="הודיה קלנטר" userId="7bc4703a0bc17286" providerId="LiveId" clId="{BD9FE7AC-FFAF-41B4-9124-1CBD12457DB8}" dt="2026-09-18T12:31:29.887" v="1083" actId="403"/>
          <ac:spMkLst>
            <pc:docMk/>
            <pc:sldMk cId="0" sldId="261"/>
            <ac:spMk id="12" creationId="{00000000-0000-0000-0000-000000000000}"/>
          </ac:spMkLst>
        </pc:spChg>
        <pc:spChg chg="mod">
          <ac:chgData name="הודיה קלנטר" userId="7bc4703a0bc17286" providerId="LiveId" clId="{BD9FE7AC-FFAF-41B4-9124-1CBD12457DB8}" dt="2026-09-18T12:32:26.309" v="1091" actId="113"/>
          <ac:spMkLst>
            <pc:docMk/>
            <pc:sldMk cId="0" sldId="261"/>
            <ac:spMk id="13" creationId="{00000000-0000-0000-0000-000000000000}"/>
          </ac:spMkLst>
        </pc:spChg>
        <pc:spChg chg="mod">
          <ac:chgData name="הודיה קלנטר" userId="7bc4703a0bc17286" providerId="LiveId" clId="{BD9FE7AC-FFAF-41B4-9124-1CBD12457DB8}" dt="2026-09-18T12:30:11.776" v="1057" actId="1035"/>
          <ac:spMkLst>
            <pc:docMk/>
            <pc:sldMk cId="0" sldId="261"/>
            <ac:spMk id="14" creationId="{00000000-0000-0000-0000-000000000000}"/>
          </ac:spMkLst>
        </pc:spChg>
        <pc:spChg chg="mod">
          <ac:chgData name="הודיה קלנטר" userId="7bc4703a0bc17286" providerId="LiveId" clId="{BD9FE7AC-FFAF-41B4-9124-1CBD12457DB8}" dt="2026-09-18T12:31:35.278" v="1084" actId="403"/>
          <ac:spMkLst>
            <pc:docMk/>
            <pc:sldMk cId="0" sldId="261"/>
            <ac:spMk id="15" creationId="{00000000-0000-0000-0000-000000000000}"/>
          </ac:spMkLst>
        </pc:spChg>
        <pc:spChg chg="mod">
          <ac:chgData name="הודיה קלנטר" userId="7bc4703a0bc17286" providerId="LiveId" clId="{BD9FE7AC-FFAF-41B4-9124-1CBD12457DB8}" dt="2026-09-18T12:32:30.966" v="1092" actId="113"/>
          <ac:spMkLst>
            <pc:docMk/>
            <pc:sldMk cId="0" sldId="261"/>
            <ac:spMk id="16" creationId="{00000000-0000-0000-0000-000000000000}"/>
          </ac:spMkLst>
        </pc:spChg>
        <pc:spChg chg="mod">
          <ac:chgData name="הודיה קלנטר" userId="7bc4703a0bc17286" providerId="LiveId" clId="{BD9FE7AC-FFAF-41B4-9124-1CBD12457DB8}" dt="2026-09-18T12:27:56.067" v="983" actId="1035"/>
          <ac:spMkLst>
            <pc:docMk/>
            <pc:sldMk cId="0" sldId="261"/>
            <ac:spMk id="17" creationId="{00000000-0000-0000-0000-000000000000}"/>
          </ac:spMkLst>
        </pc:spChg>
        <pc:spChg chg="mod">
          <ac:chgData name="הודיה קלנטר" userId="7bc4703a0bc17286" providerId="LiveId" clId="{BD9FE7AC-FFAF-41B4-9124-1CBD12457DB8}" dt="2026-09-18T12:31:56.636" v="1085" actId="403"/>
          <ac:spMkLst>
            <pc:docMk/>
            <pc:sldMk cId="0" sldId="261"/>
            <ac:spMk id="18" creationId="{00000000-0000-0000-0000-000000000000}"/>
          </ac:spMkLst>
        </pc:spChg>
        <pc:spChg chg="mod">
          <ac:chgData name="הודיה קלנטר" userId="7bc4703a0bc17286" providerId="LiveId" clId="{BD9FE7AC-FFAF-41B4-9124-1CBD12457DB8}" dt="2026-09-18T12:32:35.039" v="1093" actId="113"/>
          <ac:spMkLst>
            <pc:docMk/>
            <pc:sldMk cId="0" sldId="261"/>
            <ac:spMk id="19" creationId="{00000000-0000-0000-0000-000000000000}"/>
          </ac:spMkLst>
        </pc:spChg>
        <pc:spChg chg="mod">
          <ac:chgData name="הודיה קלנטר" userId="7bc4703a0bc17286" providerId="LiveId" clId="{BD9FE7AC-FFAF-41B4-9124-1CBD12457DB8}" dt="2026-09-18T12:30:24.220" v="1080" actId="1035"/>
          <ac:spMkLst>
            <pc:docMk/>
            <pc:sldMk cId="0" sldId="261"/>
            <ac:spMk id="20" creationId="{00000000-0000-0000-0000-000000000000}"/>
          </ac:spMkLst>
        </pc:spChg>
        <pc:spChg chg="mod">
          <ac:chgData name="הודיה קלנטר" userId="7bc4703a0bc17286" providerId="LiveId" clId="{BD9FE7AC-FFAF-41B4-9124-1CBD12457DB8}" dt="2026-09-18T12:32:00.446" v="1086" actId="403"/>
          <ac:spMkLst>
            <pc:docMk/>
            <pc:sldMk cId="0" sldId="261"/>
            <ac:spMk id="21" creationId="{00000000-0000-0000-0000-000000000000}"/>
          </ac:spMkLst>
        </pc:spChg>
        <pc:spChg chg="mod">
          <ac:chgData name="הודיה קלנטר" userId="7bc4703a0bc17286" providerId="LiveId" clId="{BD9FE7AC-FFAF-41B4-9124-1CBD12457DB8}" dt="2026-09-18T12:32:38.327" v="1094" actId="113"/>
          <ac:spMkLst>
            <pc:docMk/>
            <pc:sldMk cId="0" sldId="261"/>
            <ac:spMk id="22" creationId="{00000000-0000-0000-0000-000000000000}"/>
          </ac:spMkLst>
        </pc:spChg>
        <pc:spChg chg="mod">
          <ac:chgData name="הודיה קלנטר" userId="7bc4703a0bc17286" providerId="LiveId" clId="{BD9FE7AC-FFAF-41B4-9124-1CBD12457DB8}" dt="2026-09-18T12:30:24.220" v="1080" actId="1035"/>
          <ac:spMkLst>
            <pc:docMk/>
            <pc:sldMk cId="0" sldId="261"/>
            <ac:spMk id="23" creationId="{00000000-0000-0000-0000-000000000000}"/>
          </ac:spMkLst>
        </pc:spChg>
        <pc:spChg chg="mod">
          <ac:chgData name="הודיה קלנטר" userId="7bc4703a0bc17286" providerId="LiveId" clId="{BD9FE7AC-FFAF-41B4-9124-1CBD12457DB8}" dt="2026-09-18T12:32:05.751" v="1087" actId="403"/>
          <ac:spMkLst>
            <pc:docMk/>
            <pc:sldMk cId="0" sldId="261"/>
            <ac:spMk id="24" creationId="{00000000-0000-0000-0000-000000000000}"/>
          </ac:spMkLst>
        </pc:spChg>
        <pc:spChg chg="mod">
          <ac:chgData name="הודיה קלנטר" userId="7bc4703a0bc17286" providerId="LiveId" clId="{BD9FE7AC-FFAF-41B4-9124-1CBD12457DB8}" dt="2026-09-18T12:33:05.615" v="1107" actId="1038"/>
          <ac:spMkLst>
            <pc:docMk/>
            <pc:sldMk cId="0" sldId="261"/>
            <ac:spMk id="25" creationId="{00000000-0000-0000-0000-000000000000}"/>
          </ac:spMkLst>
        </pc:spChg>
        <pc:spChg chg="del">
          <ac:chgData name="הודיה קלנטר" userId="7bc4703a0bc17286" providerId="LiveId" clId="{BD9FE7AC-FFAF-41B4-9124-1CBD12457DB8}" dt="2026-09-18T12:25:05.804" v="809" actId="478"/>
          <ac:spMkLst>
            <pc:docMk/>
            <pc:sldMk cId="0" sldId="261"/>
            <ac:spMk id="26" creationId="{00000000-0000-0000-0000-000000000000}"/>
          </ac:spMkLst>
        </pc:spChg>
        <pc:spChg chg="del">
          <ac:chgData name="הודיה קלנטר" userId="7bc4703a0bc17286" providerId="LiveId" clId="{BD9FE7AC-FFAF-41B4-9124-1CBD12457DB8}" dt="2026-09-18T12:25:10.024" v="810" actId="478"/>
          <ac:spMkLst>
            <pc:docMk/>
            <pc:sldMk cId="0" sldId="261"/>
            <ac:spMk id="27" creationId="{00000000-0000-0000-0000-000000000000}"/>
          </ac:spMkLst>
        </pc:spChg>
        <pc:spChg chg="del mod">
          <ac:chgData name="הודיה קלנטר" userId="7bc4703a0bc17286" providerId="LiveId" clId="{BD9FE7AC-FFAF-41B4-9124-1CBD12457DB8}" dt="2026-09-18T12:24:59.628" v="808" actId="478"/>
          <ac:spMkLst>
            <pc:docMk/>
            <pc:sldMk cId="0" sldId="261"/>
            <ac:spMk id="28" creationId="{00000000-0000-0000-0000-000000000000}"/>
          </ac:spMkLst>
        </pc:spChg>
        <pc:cxnChg chg="mod">
          <ac:chgData name="הודיה קלנטר" userId="7bc4703a0bc17286" providerId="LiveId" clId="{BD9FE7AC-FFAF-41B4-9124-1CBD12457DB8}" dt="2026-09-18T12:26:57.585" v="959" actId="1035"/>
          <ac:cxnSpMkLst>
            <pc:docMk/>
            <pc:sldMk cId="0" sldId="261"/>
            <ac:cxnSpMk id="31" creationId="{30364010-EBB1-7AA7-EF67-1C17E128EFB2}"/>
          </ac:cxnSpMkLst>
        </pc:cxnChg>
      </pc:sldChg>
      <pc:sldChg chg="addSp delSp modSp mod">
        <pc:chgData name="הודיה קלנטר" userId="7bc4703a0bc17286" providerId="LiveId" clId="{BD9FE7AC-FFAF-41B4-9124-1CBD12457DB8}" dt="2026-09-18T13:08:04.463" v="2026" actId="113"/>
        <pc:sldMkLst>
          <pc:docMk/>
          <pc:sldMk cId="0" sldId="262"/>
        </pc:sldMkLst>
        <pc:spChg chg="mod">
          <ac:chgData name="הודיה קלנטר" userId="7bc4703a0bc17286" providerId="LiveId" clId="{BD9FE7AC-FFAF-41B4-9124-1CBD12457DB8}" dt="2026-09-18T12:02:36.333" v="217" actId="2711"/>
          <ac:spMkLst>
            <pc:docMk/>
            <pc:sldMk cId="0" sldId="262"/>
            <ac:spMk id="2" creationId="{00000000-0000-0000-0000-000000000000}"/>
          </ac:spMkLst>
        </pc:spChg>
        <pc:spChg chg="mod">
          <ac:chgData name="הודיה קלנטר" userId="7bc4703a0bc17286" providerId="LiveId" clId="{BD9FE7AC-FFAF-41B4-9124-1CBD12457DB8}" dt="2026-09-18T12:02:36.333" v="217" actId="2711"/>
          <ac:spMkLst>
            <pc:docMk/>
            <pc:sldMk cId="0" sldId="262"/>
            <ac:spMk id="3" creationId="{00000000-0000-0000-0000-000000000000}"/>
          </ac:spMkLst>
        </pc:spChg>
        <pc:spChg chg="mod">
          <ac:chgData name="הודיה קלנטר" userId="7bc4703a0bc17286" providerId="LiveId" clId="{BD9FE7AC-FFAF-41B4-9124-1CBD12457DB8}" dt="2026-09-18T12:02:36.333" v="217" actId="2711"/>
          <ac:spMkLst>
            <pc:docMk/>
            <pc:sldMk cId="0" sldId="262"/>
            <ac:spMk id="4" creationId="{00000000-0000-0000-0000-000000000000}"/>
          </ac:spMkLst>
        </pc:spChg>
        <pc:spChg chg="mod">
          <ac:chgData name="הודיה קלנטר" userId="7bc4703a0bc17286" providerId="LiveId" clId="{BD9FE7AC-FFAF-41B4-9124-1CBD12457DB8}" dt="2026-09-18T13:08:04.463" v="2026" actId="113"/>
          <ac:spMkLst>
            <pc:docMk/>
            <pc:sldMk cId="0" sldId="262"/>
            <ac:spMk id="5" creationId="{00000000-0000-0000-0000-000000000000}"/>
          </ac:spMkLst>
        </pc:spChg>
        <pc:spChg chg="mod">
          <ac:chgData name="הודיה קלנטר" userId="7bc4703a0bc17286" providerId="LiveId" clId="{BD9FE7AC-FFAF-41B4-9124-1CBD12457DB8}" dt="2026-09-18T12:02:36.333" v="217" actId="2711"/>
          <ac:spMkLst>
            <pc:docMk/>
            <pc:sldMk cId="0" sldId="262"/>
            <ac:spMk id="7" creationId="{00000000-0000-0000-0000-000000000000}"/>
          </ac:spMkLst>
        </pc:spChg>
        <pc:spChg chg="mod">
          <ac:chgData name="הודיה קלנטר" userId="7bc4703a0bc17286" providerId="LiveId" clId="{BD9FE7AC-FFAF-41B4-9124-1CBD12457DB8}" dt="2026-09-18T12:02:36.333" v="217" actId="2711"/>
          <ac:spMkLst>
            <pc:docMk/>
            <pc:sldMk cId="0" sldId="262"/>
            <ac:spMk id="8" creationId="{00000000-0000-0000-0000-000000000000}"/>
          </ac:spMkLst>
        </pc:spChg>
        <pc:spChg chg="mod">
          <ac:chgData name="הודיה קלנטר" userId="7bc4703a0bc17286" providerId="LiveId" clId="{BD9FE7AC-FFAF-41B4-9124-1CBD12457DB8}" dt="2026-09-18T12:02:36.333" v="217" actId="2711"/>
          <ac:spMkLst>
            <pc:docMk/>
            <pc:sldMk cId="0" sldId="262"/>
            <ac:spMk id="10" creationId="{00000000-0000-0000-0000-000000000000}"/>
          </ac:spMkLst>
        </pc:spChg>
        <pc:spChg chg="mod">
          <ac:chgData name="הודיה קלנטר" userId="7bc4703a0bc17286" providerId="LiveId" clId="{BD9FE7AC-FFAF-41B4-9124-1CBD12457DB8}" dt="2026-09-18T12:38:08.544" v="1214" actId="1038"/>
          <ac:spMkLst>
            <pc:docMk/>
            <pc:sldMk cId="0" sldId="262"/>
            <ac:spMk id="11" creationId="{00000000-0000-0000-0000-000000000000}"/>
          </ac:spMkLst>
        </pc:spChg>
        <pc:spChg chg="mod">
          <ac:chgData name="הודיה קלנטר" userId="7bc4703a0bc17286" providerId="LiveId" clId="{BD9FE7AC-FFAF-41B4-9124-1CBD12457DB8}" dt="2026-09-18T12:02:36.333" v="217" actId="2711"/>
          <ac:spMkLst>
            <pc:docMk/>
            <pc:sldMk cId="0" sldId="262"/>
            <ac:spMk id="12" creationId="{00000000-0000-0000-0000-000000000000}"/>
          </ac:spMkLst>
        </pc:spChg>
        <pc:spChg chg="mod">
          <ac:chgData name="הודיה קלנטר" userId="7bc4703a0bc17286" providerId="LiveId" clId="{BD9FE7AC-FFAF-41B4-9124-1CBD12457DB8}" dt="2026-09-18T12:38:18.896" v="1226" actId="1035"/>
          <ac:spMkLst>
            <pc:docMk/>
            <pc:sldMk cId="0" sldId="262"/>
            <ac:spMk id="13" creationId="{00000000-0000-0000-0000-000000000000}"/>
          </ac:spMkLst>
        </pc:spChg>
        <pc:spChg chg="add del mod">
          <ac:chgData name="הודיה קלנטר" userId="7bc4703a0bc17286" providerId="LiveId" clId="{BD9FE7AC-FFAF-41B4-9124-1CBD12457DB8}" dt="2026-09-18T12:38:12.074" v="1217"/>
          <ac:spMkLst>
            <pc:docMk/>
            <pc:sldMk cId="0" sldId="262"/>
            <ac:spMk id="14" creationId="{F4A5739B-3D8C-AF16-6908-09FD9F13C1FB}"/>
          </ac:spMkLst>
        </pc:spChg>
      </pc:sldChg>
      <pc:sldChg chg="modSp mod">
        <pc:chgData name="הודיה קלנטר" userId="7bc4703a0bc17286" providerId="LiveId" clId="{BD9FE7AC-FFAF-41B4-9124-1CBD12457DB8}" dt="2026-09-18T13:08:12.289" v="2027" actId="113"/>
        <pc:sldMkLst>
          <pc:docMk/>
          <pc:sldMk cId="0" sldId="263"/>
        </pc:sldMkLst>
        <pc:spChg chg="mod">
          <ac:chgData name="הודיה קלנטר" userId="7bc4703a0bc17286" providerId="LiveId" clId="{BD9FE7AC-FFAF-41B4-9124-1CBD12457DB8}" dt="2026-09-18T12:03:15.495" v="220" actId="2711"/>
          <ac:spMkLst>
            <pc:docMk/>
            <pc:sldMk cId="0" sldId="263"/>
            <ac:spMk id="2" creationId="{00000000-0000-0000-0000-000000000000}"/>
          </ac:spMkLst>
        </pc:spChg>
        <pc:spChg chg="mod">
          <ac:chgData name="הודיה קלנטר" userId="7bc4703a0bc17286" providerId="LiveId" clId="{BD9FE7AC-FFAF-41B4-9124-1CBD12457DB8}" dt="2026-09-18T12:03:15.495" v="220" actId="2711"/>
          <ac:spMkLst>
            <pc:docMk/>
            <pc:sldMk cId="0" sldId="263"/>
            <ac:spMk id="3" creationId="{00000000-0000-0000-0000-000000000000}"/>
          </ac:spMkLst>
        </pc:spChg>
        <pc:spChg chg="mod">
          <ac:chgData name="הודיה קלנטר" userId="7bc4703a0bc17286" providerId="LiveId" clId="{BD9FE7AC-FFAF-41B4-9124-1CBD12457DB8}" dt="2026-09-18T13:08:12.289" v="2027" actId="113"/>
          <ac:spMkLst>
            <pc:docMk/>
            <pc:sldMk cId="0" sldId="263"/>
            <ac:spMk id="4" creationId="{00000000-0000-0000-0000-000000000000}"/>
          </ac:spMkLst>
        </pc:spChg>
        <pc:spChg chg="mod">
          <ac:chgData name="הודיה קלנטר" userId="7bc4703a0bc17286" providerId="LiveId" clId="{BD9FE7AC-FFAF-41B4-9124-1CBD12457DB8}" dt="2026-09-18T12:03:15.495" v="220" actId="2711"/>
          <ac:spMkLst>
            <pc:docMk/>
            <pc:sldMk cId="0" sldId="263"/>
            <ac:spMk id="6" creationId="{00000000-0000-0000-0000-000000000000}"/>
          </ac:spMkLst>
        </pc:spChg>
        <pc:spChg chg="mod">
          <ac:chgData name="הודיה קלנטר" userId="7bc4703a0bc17286" providerId="LiveId" clId="{BD9FE7AC-FFAF-41B4-9124-1CBD12457DB8}" dt="2026-09-18T12:39:32.127" v="1247" actId="1035"/>
          <ac:spMkLst>
            <pc:docMk/>
            <pc:sldMk cId="0" sldId="263"/>
            <ac:spMk id="7" creationId="{00000000-0000-0000-0000-000000000000}"/>
          </ac:spMkLst>
        </pc:spChg>
        <pc:spChg chg="mod">
          <ac:chgData name="הודיה קלנטר" userId="7bc4703a0bc17286" providerId="LiveId" clId="{BD9FE7AC-FFAF-41B4-9124-1CBD12457DB8}" dt="2026-09-18T12:41:41.887" v="1333" actId="14100"/>
          <ac:spMkLst>
            <pc:docMk/>
            <pc:sldMk cId="0" sldId="263"/>
            <ac:spMk id="8" creationId="{00000000-0000-0000-0000-000000000000}"/>
          </ac:spMkLst>
        </pc:spChg>
        <pc:spChg chg="mod">
          <ac:chgData name="הודיה קלנטר" userId="7bc4703a0bc17286" providerId="LiveId" clId="{BD9FE7AC-FFAF-41B4-9124-1CBD12457DB8}" dt="2026-09-18T12:03:15.495" v="220" actId="2711"/>
          <ac:spMkLst>
            <pc:docMk/>
            <pc:sldMk cId="0" sldId="263"/>
            <ac:spMk id="9" creationId="{00000000-0000-0000-0000-000000000000}"/>
          </ac:spMkLst>
        </pc:spChg>
        <pc:spChg chg="mod">
          <ac:chgData name="הודיה קלנטר" userId="7bc4703a0bc17286" providerId="LiveId" clId="{BD9FE7AC-FFAF-41B4-9124-1CBD12457DB8}" dt="2026-09-18T12:03:15.495" v="220" actId="2711"/>
          <ac:spMkLst>
            <pc:docMk/>
            <pc:sldMk cId="0" sldId="263"/>
            <ac:spMk id="10" creationId="{00000000-0000-0000-0000-000000000000}"/>
          </ac:spMkLst>
        </pc:spChg>
      </pc:sldChg>
      <pc:sldChg chg="modSp mod">
        <pc:chgData name="הודיה קלנטר" userId="7bc4703a0bc17286" providerId="LiveId" clId="{BD9FE7AC-FFAF-41B4-9124-1CBD12457DB8}" dt="2026-09-18T12:42:20.216" v="1335" actId="113"/>
        <pc:sldMkLst>
          <pc:docMk/>
          <pc:sldMk cId="0" sldId="265"/>
        </pc:sldMkLst>
        <pc:spChg chg="mod">
          <ac:chgData name="הודיה קלנטר" userId="7bc4703a0bc17286" providerId="LiveId" clId="{BD9FE7AC-FFAF-41B4-9124-1CBD12457DB8}" dt="2026-09-18T12:42:20.216" v="1335" actId="113"/>
          <ac:spMkLst>
            <pc:docMk/>
            <pc:sldMk cId="0" sldId="265"/>
            <ac:spMk id="4" creationId="{00000000-0000-0000-0000-000000000000}"/>
          </ac:spMkLst>
        </pc:spChg>
        <pc:spChg chg="mod">
          <ac:chgData name="הודיה קלנטר" userId="7bc4703a0bc17286" providerId="LiveId" clId="{BD9FE7AC-FFAF-41B4-9124-1CBD12457DB8}" dt="2026-09-18T12:02:49.452" v="218" actId="2711"/>
          <ac:spMkLst>
            <pc:docMk/>
            <pc:sldMk cId="0" sldId="265"/>
            <ac:spMk id="6" creationId="{00000000-0000-0000-0000-000000000000}"/>
          </ac:spMkLst>
        </pc:spChg>
        <pc:spChg chg="mod">
          <ac:chgData name="הודיה קלנטר" userId="7bc4703a0bc17286" providerId="LiveId" clId="{BD9FE7AC-FFAF-41B4-9124-1CBD12457DB8}" dt="2026-09-18T12:02:49.452" v="218" actId="2711"/>
          <ac:spMkLst>
            <pc:docMk/>
            <pc:sldMk cId="0" sldId="265"/>
            <ac:spMk id="7" creationId="{00000000-0000-0000-0000-000000000000}"/>
          </ac:spMkLst>
        </pc:spChg>
        <pc:spChg chg="mod">
          <ac:chgData name="הודיה קלנטר" userId="7bc4703a0bc17286" providerId="LiveId" clId="{BD9FE7AC-FFAF-41B4-9124-1CBD12457DB8}" dt="2026-09-18T12:02:49.452" v="218" actId="2711"/>
          <ac:spMkLst>
            <pc:docMk/>
            <pc:sldMk cId="0" sldId="265"/>
            <ac:spMk id="8" creationId="{00000000-0000-0000-0000-000000000000}"/>
          </ac:spMkLst>
        </pc:spChg>
        <pc:spChg chg="mod">
          <ac:chgData name="הודיה קלנטר" userId="7bc4703a0bc17286" providerId="LiveId" clId="{BD9FE7AC-FFAF-41B4-9124-1CBD12457DB8}" dt="2026-09-18T12:02:49.452" v="218" actId="2711"/>
          <ac:spMkLst>
            <pc:docMk/>
            <pc:sldMk cId="0" sldId="265"/>
            <ac:spMk id="9" creationId="{00000000-0000-0000-0000-000000000000}"/>
          </ac:spMkLst>
        </pc:spChg>
        <pc:spChg chg="mod">
          <ac:chgData name="הודיה קלנטר" userId="7bc4703a0bc17286" providerId="LiveId" clId="{BD9FE7AC-FFAF-41B4-9124-1CBD12457DB8}" dt="2026-09-18T12:02:49.452" v="218" actId="2711"/>
          <ac:spMkLst>
            <pc:docMk/>
            <pc:sldMk cId="0" sldId="265"/>
            <ac:spMk id="10" creationId="{00000000-0000-0000-0000-000000000000}"/>
          </ac:spMkLst>
        </pc:spChg>
        <pc:spChg chg="mod">
          <ac:chgData name="הודיה קלנטר" userId="7bc4703a0bc17286" providerId="LiveId" clId="{BD9FE7AC-FFAF-41B4-9124-1CBD12457DB8}" dt="2026-09-18T12:02:49.452" v="218" actId="2711"/>
          <ac:spMkLst>
            <pc:docMk/>
            <pc:sldMk cId="0" sldId="265"/>
            <ac:spMk id="11" creationId="{00000000-0000-0000-0000-000000000000}"/>
          </ac:spMkLst>
        </pc:spChg>
        <pc:spChg chg="mod">
          <ac:chgData name="הודיה קלנטר" userId="7bc4703a0bc17286" providerId="LiveId" clId="{BD9FE7AC-FFAF-41B4-9124-1CBD12457DB8}" dt="2026-09-18T12:02:49.452" v="218" actId="2711"/>
          <ac:spMkLst>
            <pc:docMk/>
            <pc:sldMk cId="0" sldId="265"/>
            <ac:spMk id="12" creationId="{00000000-0000-0000-0000-000000000000}"/>
          </ac:spMkLst>
        </pc:spChg>
        <pc:spChg chg="mod">
          <ac:chgData name="הודיה קלנטר" userId="7bc4703a0bc17286" providerId="LiveId" clId="{BD9FE7AC-FFAF-41B4-9124-1CBD12457DB8}" dt="2026-09-18T12:02:49.452" v="218" actId="2711"/>
          <ac:spMkLst>
            <pc:docMk/>
            <pc:sldMk cId="0" sldId="265"/>
            <ac:spMk id="13" creationId="{00000000-0000-0000-0000-000000000000}"/>
          </ac:spMkLst>
        </pc:spChg>
        <pc:spChg chg="mod">
          <ac:chgData name="הודיה קלנטר" userId="7bc4703a0bc17286" providerId="LiveId" clId="{BD9FE7AC-FFAF-41B4-9124-1CBD12457DB8}" dt="2026-09-18T12:02:49.452" v="218" actId="2711"/>
          <ac:spMkLst>
            <pc:docMk/>
            <pc:sldMk cId="0" sldId="265"/>
            <ac:spMk id="17" creationId="{00000000-0000-0000-0000-000000000000}"/>
          </ac:spMkLst>
        </pc:spChg>
        <pc:spChg chg="mod">
          <ac:chgData name="הודיה קלנטר" userId="7bc4703a0bc17286" providerId="LiveId" clId="{BD9FE7AC-FFAF-41B4-9124-1CBD12457DB8}" dt="2026-09-18T12:02:49.452" v="218" actId="2711"/>
          <ac:spMkLst>
            <pc:docMk/>
            <pc:sldMk cId="0" sldId="265"/>
            <ac:spMk id="19" creationId="{00000000-0000-0000-0000-000000000000}"/>
          </ac:spMkLst>
        </pc:spChg>
      </pc:sldChg>
      <pc:sldChg chg="delSp modSp mod">
        <pc:chgData name="הודיה קלנטר" userId="7bc4703a0bc17286" providerId="LiveId" clId="{BD9FE7AC-FFAF-41B4-9124-1CBD12457DB8}" dt="2026-09-18T13:10:23.147" v="2053" actId="1036"/>
        <pc:sldMkLst>
          <pc:docMk/>
          <pc:sldMk cId="0" sldId="266"/>
        </pc:sldMkLst>
        <pc:spChg chg="del mod">
          <ac:chgData name="הודיה קלנטר" userId="7bc4703a0bc17286" providerId="LiveId" clId="{BD9FE7AC-FFAF-41B4-9124-1CBD12457DB8}" dt="2026-09-18T12:42:57.573" v="1336" actId="478"/>
          <ac:spMkLst>
            <pc:docMk/>
            <pc:sldMk cId="0" sldId="266"/>
            <ac:spMk id="2" creationId="{00000000-0000-0000-0000-000000000000}"/>
          </ac:spMkLst>
        </pc:spChg>
        <pc:spChg chg="del">
          <ac:chgData name="הודיה קלנטר" userId="7bc4703a0bc17286" providerId="LiveId" clId="{BD9FE7AC-FFAF-41B4-9124-1CBD12457DB8}" dt="2026-09-18T12:42:57.573" v="1336" actId="478"/>
          <ac:spMkLst>
            <pc:docMk/>
            <pc:sldMk cId="0" sldId="266"/>
            <ac:spMk id="3" creationId="{00000000-0000-0000-0000-000000000000}"/>
          </ac:spMkLst>
        </pc:spChg>
        <pc:spChg chg="mod">
          <ac:chgData name="הודיה קלנטר" userId="7bc4703a0bc17286" providerId="LiveId" clId="{BD9FE7AC-FFAF-41B4-9124-1CBD12457DB8}" dt="2026-09-18T12:43:14.555" v="1388" actId="1036"/>
          <ac:spMkLst>
            <pc:docMk/>
            <pc:sldMk cId="0" sldId="266"/>
            <ac:spMk id="4" creationId="{00000000-0000-0000-0000-000000000000}"/>
          </ac:spMkLst>
        </pc:spChg>
        <pc:spChg chg="mod">
          <ac:chgData name="הודיה קלנטר" userId="7bc4703a0bc17286" providerId="LiveId" clId="{BD9FE7AC-FFAF-41B4-9124-1CBD12457DB8}" dt="2026-09-18T12:51:57.671" v="1630" actId="404"/>
          <ac:spMkLst>
            <pc:docMk/>
            <pc:sldMk cId="0" sldId="266"/>
            <ac:spMk id="6" creationId="{00000000-0000-0000-0000-000000000000}"/>
          </ac:spMkLst>
        </pc:spChg>
        <pc:spChg chg="mod">
          <ac:chgData name="הודיה קלנטר" userId="7bc4703a0bc17286" providerId="LiveId" clId="{BD9FE7AC-FFAF-41B4-9124-1CBD12457DB8}" dt="2026-09-18T12:52:26.895" v="1669" actId="1036"/>
          <ac:spMkLst>
            <pc:docMk/>
            <pc:sldMk cId="0" sldId="266"/>
            <ac:spMk id="7" creationId="{00000000-0000-0000-0000-000000000000}"/>
          </ac:spMkLst>
        </pc:spChg>
        <pc:spChg chg="mod">
          <ac:chgData name="הודיה קלנטר" userId="7bc4703a0bc17286" providerId="LiveId" clId="{BD9FE7AC-FFAF-41B4-9124-1CBD12457DB8}" dt="2026-09-18T12:03:26.737" v="221" actId="2711"/>
          <ac:spMkLst>
            <pc:docMk/>
            <pc:sldMk cId="0" sldId="266"/>
            <ac:spMk id="8" creationId="{00000000-0000-0000-0000-000000000000}"/>
          </ac:spMkLst>
        </pc:spChg>
        <pc:spChg chg="mod">
          <ac:chgData name="הודיה קלנטר" userId="7bc4703a0bc17286" providerId="LiveId" clId="{BD9FE7AC-FFAF-41B4-9124-1CBD12457DB8}" dt="2026-09-18T12:53:09.936" v="1698" actId="404"/>
          <ac:spMkLst>
            <pc:docMk/>
            <pc:sldMk cId="0" sldId="266"/>
            <ac:spMk id="9" creationId="{00000000-0000-0000-0000-000000000000}"/>
          </ac:spMkLst>
        </pc:spChg>
        <pc:spChg chg="mod">
          <ac:chgData name="הודיה קלנטר" userId="7bc4703a0bc17286" providerId="LiveId" clId="{BD9FE7AC-FFAF-41B4-9124-1CBD12457DB8}" dt="2026-09-18T12:54:45.320" v="1733" actId="1076"/>
          <ac:spMkLst>
            <pc:docMk/>
            <pc:sldMk cId="0" sldId="266"/>
            <ac:spMk id="10" creationId="{00000000-0000-0000-0000-000000000000}"/>
          </ac:spMkLst>
        </pc:spChg>
        <pc:spChg chg="mod">
          <ac:chgData name="הודיה קלנטר" userId="7bc4703a0bc17286" providerId="LiveId" clId="{BD9FE7AC-FFAF-41B4-9124-1CBD12457DB8}" dt="2026-09-18T12:53:18.440" v="1699" actId="403"/>
          <ac:spMkLst>
            <pc:docMk/>
            <pc:sldMk cId="0" sldId="266"/>
            <ac:spMk id="12" creationId="{00000000-0000-0000-0000-000000000000}"/>
          </ac:spMkLst>
        </pc:spChg>
        <pc:spChg chg="mod">
          <ac:chgData name="הודיה קלנטר" userId="7bc4703a0bc17286" providerId="LiveId" clId="{BD9FE7AC-FFAF-41B4-9124-1CBD12457DB8}" dt="2026-09-18T12:54:54.207" v="1734" actId="1076"/>
          <ac:spMkLst>
            <pc:docMk/>
            <pc:sldMk cId="0" sldId="266"/>
            <ac:spMk id="13" creationId="{00000000-0000-0000-0000-000000000000}"/>
          </ac:spMkLst>
        </pc:spChg>
        <pc:spChg chg="mod">
          <ac:chgData name="הודיה קלנטר" userId="7bc4703a0bc17286" providerId="LiveId" clId="{BD9FE7AC-FFAF-41B4-9124-1CBD12457DB8}" dt="2026-09-18T12:54:09.537" v="1727" actId="403"/>
          <ac:spMkLst>
            <pc:docMk/>
            <pc:sldMk cId="0" sldId="266"/>
            <ac:spMk id="15" creationId="{00000000-0000-0000-0000-000000000000}"/>
          </ac:spMkLst>
        </pc:spChg>
        <pc:spChg chg="mod">
          <ac:chgData name="הודיה קלנטר" userId="7bc4703a0bc17286" providerId="LiveId" clId="{BD9FE7AC-FFAF-41B4-9124-1CBD12457DB8}" dt="2026-09-18T12:54:35.922" v="1732" actId="1076"/>
          <ac:spMkLst>
            <pc:docMk/>
            <pc:sldMk cId="0" sldId="266"/>
            <ac:spMk id="16" creationId="{00000000-0000-0000-0000-000000000000}"/>
          </ac:spMkLst>
        </pc:spChg>
        <pc:spChg chg="mod">
          <ac:chgData name="הודיה קלנטר" userId="7bc4703a0bc17286" providerId="LiveId" clId="{BD9FE7AC-FFAF-41B4-9124-1CBD12457DB8}" dt="2026-09-18T13:01:37.860" v="1931" actId="255"/>
          <ac:spMkLst>
            <pc:docMk/>
            <pc:sldMk cId="0" sldId="266"/>
            <ac:spMk id="18" creationId="{00000000-0000-0000-0000-000000000000}"/>
          </ac:spMkLst>
        </pc:spChg>
        <pc:spChg chg="mod">
          <ac:chgData name="הודיה קלנטר" userId="7bc4703a0bc17286" providerId="LiveId" clId="{BD9FE7AC-FFAF-41B4-9124-1CBD12457DB8}" dt="2026-09-18T13:01:19.155" v="1926" actId="1035"/>
          <ac:spMkLst>
            <pc:docMk/>
            <pc:sldMk cId="0" sldId="266"/>
            <ac:spMk id="19" creationId="{00000000-0000-0000-0000-000000000000}"/>
          </ac:spMkLst>
        </pc:spChg>
        <pc:spChg chg="mod">
          <ac:chgData name="הודיה קלנטר" userId="7bc4703a0bc17286" providerId="LiveId" clId="{BD9FE7AC-FFAF-41B4-9124-1CBD12457DB8}" dt="2026-09-18T12:03:26.737" v="221" actId="2711"/>
          <ac:spMkLst>
            <pc:docMk/>
            <pc:sldMk cId="0" sldId="266"/>
            <ac:spMk id="20" creationId="{00000000-0000-0000-0000-000000000000}"/>
          </ac:spMkLst>
        </pc:spChg>
        <pc:spChg chg="mod">
          <ac:chgData name="הודיה קלנטר" userId="7bc4703a0bc17286" providerId="LiveId" clId="{BD9FE7AC-FFAF-41B4-9124-1CBD12457DB8}" dt="2026-09-18T13:02:00.573" v="1934" actId="27636"/>
          <ac:spMkLst>
            <pc:docMk/>
            <pc:sldMk cId="0" sldId="266"/>
            <ac:spMk id="21" creationId="{00000000-0000-0000-0000-000000000000}"/>
          </ac:spMkLst>
        </pc:spChg>
        <pc:spChg chg="mod">
          <ac:chgData name="הודיה קלנטר" userId="7bc4703a0bc17286" providerId="LiveId" clId="{BD9FE7AC-FFAF-41B4-9124-1CBD12457DB8}" dt="2026-09-18T13:10:23.147" v="2053" actId="1036"/>
          <ac:spMkLst>
            <pc:docMk/>
            <pc:sldMk cId="0" sldId="266"/>
            <ac:spMk id="22" creationId="{00000000-0000-0000-0000-000000000000}"/>
          </ac:spMkLst>
        </pc:spChg>
        <pc:spChg chg="mod">
          <ac:chgData name="הודיה קלנטר" userId="7bc4703a0bc17286" providerId="LiveId" clId="{BD9FE7AC-FFAF-41B4-9124-1CBD12457DB8}" dt="2026-09-18T12:03:26.737" v="221" actId="2711"/>
          <ac:spMkLst>
            <pc:docMk/>
            <pc:sldMk cId="0" sldId="266"/>
            <ac:spMk id="23" creationId="{00000000-0000-0000-0000-000000000000}"/>
          </ac:spMkLst>
        </pc:spChg>
      </pc:sldChg>
      <pc:sldChg chg="modSp mod">
        <pc:chgData name="הודיה קלנטר" userId="7bc4703a0bc17286" providerId="LiveId" clId="{BD9FE7AC-FFAF-41B4-9124-1CBD12457DB8}" dt="2026-09-18T12:04:57.012" v="233" actId="1036"/>
        <pc:sldMkLst>
          <pc:docMk/>
          <pc:sldMk cId="0" sldId="268"/>
        </pc:sldMkLst>
        <pc:spChg chg="mod">
          <ac:chgData name="הודיה קלנטר" userId="7bc4703a0bc17286" providerId="LiveId" clId="{BD9FE7AC-FFAF-41B4-9124-1CBD12457DB8}" dt="2026-09-18T12:04:27.961" v="224" actId="2711"/>
          <ac:spMkLst>
            <pc:docMk/>
            <pc:sldMk cId="0" sldId="268"/>
            <ac:spMk id="7" creationId="{00000000-0000-0000-0000-000000000000}"/>
          </ac:spMkLst>
        </pc:spChg>
        <pc:spChg chg="mod">
          <ac:chgData name="הודיה קלנטר" userId="7bc4703a0bc17286" providerId="LiveId" clId="{BD9FE7AC-FFAF-41B4-9124-1CBD12457DB8}" dt="2026-09-18T12:04:37.872" v="225" actId="113"/>
          <ac:spMkLst>
            <pc:docMk/>
            <pc:sldMk cId="0" sldId="268"/>
            <ac:spMk id="8" creationId="{00000000-0000-0000-0000-000000000000}"/>
          </ac:spMkLst>
        </pc:spChg>
        <pc:spChg chg="mod">
          <ac:chgData name="הודיה קלנטר" userId="7bc4703a0bc17286" providerId="LiveId" clId="{BD9FE7AC-FFAF-41B4-9124-1CBD12457DB8}" dt="2026-09-18T12:04:57.012" v="233" actId="1036"/>
          <ac:spMkLst>
            <pc:docMk/>
            <pc:sldMk cId="0" sldId="268"/>
            <ac:spMk id="35" creationId="{32B8E2E7-B110-7AD0-D5F8-F06CD99EB97E}"/>
          </ac:spMkLst>
        </pc:spChg>
        <pc:spChg chg="mod">
          <ac:chgData name="הודיה קלנטר" userId="7bc4703a0bc17286" providerId="LiveId" clId="{BD9FE7AC-FFAF-41B4-9124-1CBD12457DB8}" dt="2026-09-18T12:04:27.961" v="224" actId="2711"/>
          <ac:spMkLst>
            <pc:docMk/>
            <pc:sldMk cId="0" sldId="268"/>
            <ac:spMk id="41" creationId="{DC3EA297-AD45-31D9-E4F3-568B726A388F}"/>
          </ac:spMkLst>
        </pc:spChg>
        <pc:picChg chg="mod">
          <ac:chgData name="הודיה קלנטר" userId="7bc4703a0bc17286" providerId="LiveId" clId="{BD9FE7AC-FFAF-41B4-9124-1CBD12457DB8}" dt="2026-09-18T12:04:17.080" v="223" actId="14100"/>
          <ac:picMkLst>
            <pc:docMk/>
            <pc:sldMk cId="0" sldId="268"/>
            <ac:picMk id="3" creationId="{00000000-0000-0000-0000-000000000000}"/>
          </ac:picMkLst>
        </pc:picChg>
        <pc:picChg chg="mod">
          <ac:chgData name="הודיה קלנטר" userId="7bc4703a0bc17286" providerId="LiveId" clId="{BD9FE7AC-FFAF-41B4-9124-1CBD12457DB8}" dt="2026-09-18T12:04:17.080" v="223" actId="14100"/>
          <ac:picMkLst>
            <pc:docMk/>
            <pc:sldMk cId="0" sldId="268"/>
            <ac:picMk id="4" creationId="{00000000-0000-0000-0000-000000000000}"/>
          </ac:picMkLst>
        </pc:picChg>
      </pc:sldChg>
      <pc:sldChg chg="modSp mod">
        <pc:chgData name="הודיה קלנטר" userId="7bc4703a0bc17286" providerId="LiveId" clId="{BD9FE7AC-FFAF-41B4-9124-1CBD12457DB8}" dt="2026-09-18T13:08:32.781" v="2046" actId="1036"/>
        <pc:sldMkLst>
          <pc:docMk/>
          <pc:sldMk cId="4256032703" sldId="269"/>
        </pc:sldMkLst>
        <pc:spChg chg="mod">
          <ac:chgData name="הודיה קלנטר" userId="7bc4703a0bc17286" providerId="LiveId" clId="{BD9FE7AC-FFAF-41B4-9124-1CBD12457DB8}" dt="2026-09-18T12:03:01.621" v="219" actId="2711"/>
          <ac:spMkLst>
            <pc:docMk/>
            <pc:sldMk cId="4256032703" sldId="269"/>
            <ac:spMk id="2" creationId="{3307F909-3836-7E3F-0B6D-462AA5E27152}"/>
          </ac:spMkLst>
        </pc:spChg>
        <pc:spChg chg="mod">
          <ac:chgData name="הודיה קלנטר" userId="7bc4703a0bc17286" providerId="LiveId" clId="{BD9FE7AC-FFAF-41B4-9124-1CBD12457DB8}" dt="2026-09-18T13:08:32.781" v="2046" actId="1036"/>
          <ac:spMkLst>
            <pc:docMk/>
            <pc:sldMk cId="4256032703" sldId="269"/>
            <ac:spMk id="3" creationId="{0935F32E-BACE-E6D3-8B25-45C3B570137B}"/>
          </ac:spMkLst>
        </pc:spChg>
        <pc:spChg chg="mod">
          <ac:chgData name="הודיה קלנטר" userId="7bc4703a0bc17286" providerId="LiveId" clId="{BD9FE7AC-FFAF-41B4-9124-1CBD12457DB8}" dt="2026-09-18T12:03:01.621" v="219" actId="2711"/>
          <ac:spMkLst>
            <pc:docMk/>
            <pc:sldMk cId="4256032703" sldId="269"/>
            <ac:spMk id="4" creationId="{E33CB0A0-F902-919D-B66C-7CB91DDE13E0}"/>
          </ac:spMkLst>
        </pc:spChg>
        <pc:spChg chg="mod">
          <ac:chgData name="הודיה קלנטר" userId="7bc4703a0bc17286" providerId="LiveId" clId="{BD9FE7AC-FFAF-41B4-9124-1CBD12457DB8}" dt="2026-09-18T12:03:01.621" v="219" actId="2711"/>
          <ac:spMkLst>
            <pc:docMk/>
            <pc:sldMk cId="4256032703" sldId="269"/>
            <ac:spMk id="7" creationId="{211B44B8-C6C3-8E62-D15C-23E4E5AF5D27}"/>
          </ac:spMkLst>
        </pc:spChg>
        <pc:spChg chg="mod">
          <ac:chgData name="הודיה קלנטר" userId="7bc4703a0bc17286" providerId="LiveId" clId="{BD9FE7AC-FFAF-41B4-9124-1CBD12457DB8}" dt="2026-09-18T12:03:01.621" v="219" actId="2711"/>
          <ac:spMkLst>
            <pc:docMk/>
            <pc:sldMk cId="4256032703" sldId="269"/>
            <ac:spMk id="8" creationId="{EB11E377-D82B-8AFF-C511-E8D97AE815C0}"/>
          </ac:spMkLst>
        </pc:spChg>
        <pc:spChg chg="mod">
          <ac:chgData name="הודיה קלנטר" userId="7bc4703a0bc17286" providerId="LiveId" clId="{BD9FE7AC-FFAF-41B4-9124-1CBD12457DB8}" dt="2026-09-18T12:03:01.621" v="219" actId="2711"/>
          <ac:spMkLst>
            <pc:docMk/>
            <pc:sldMk cId="4256032703" sldId="269"/>
            <ac:spMk id="29" creationId="{91989665-97A4-C6E0-3F93-8FA4821E438C}"/>
          </ac:spMkLst>
        </pc:spChg>
        <pc:spChg chg="mod">
          <ac:chgData name="הודיה קלנטר" userId="7bc4703a0bc17286" providerId="LiveId" clId="{BD9FE7AC-FFAF-41B4-9124-1CBD12457DB8}" dt="2026-09-18T12:03:01.621" v="219" actId="2711"/>
          <ac:spMkLst>
            <pc:docMk/>
            <pc:sldMk cId="4256032703" sldId="269"/>
            <ac:spMk id="31" creationId="{8FD36BC1-9BF9-92CD-1096-23B9A6012064}"/>
          </ac:spMkLst>
        </pc:spChg>
        <pc:picChg chg="mod">
          <ac:chgData name="הודיה קלנטר" userId="7bc4703a0bc17286" providerId="LiveId" clId="{BD9FE7AC-FFAF-41B4-9124-1CBD12457DB8}" dt="2026-09-18T13:08:28.031" v="2043" actId="1036"/>
          <ac:picMkLst>
            <pc:docMk/>
            <pc:sldMk cId="4256032703" sldId="269"/>
            <ac:picMk id="39" creationId="{14BF31E7-07AE-A1AC-BB9E-BF67FD69E001}"/>
          </ac:picMkLst>
        </pc:picChg>
      </pc:sldChg>
      <pc:sldChg chg="modSp mod">
        <pc:chgData name="הודיה קלנטר" userId="7bc4703a0bc17286" providerId="LiveId" clId="{BD9FE7AC-FFAF-41B4-9124-1CBD12457DB8}" dt="2026-09-18T12:04:03.202" v="222" actId="2711"/>
        <pc:sldMkLst>
          <pc:docMk/>
          <pc:sldMk cId="0" sldId="270"/>
        </pc:sldMkLst>
        <pc:spChg chg="mod">
          <ac:chgData name="הודיה קלנטר" userId="7bc4703a0bc17286" providerId="LiveId" clId="{BD9FE7AC-FFAF-41B4-9124-1CBD12457DB8}" dt="2026-09-18T12:04:03.202" v="222" actId="2711"/>
          <ac:spMkLst>
            <pc:docMk/>
            <pc:sldMk cId="0" sldId="270"/>
            <ac:spMk id="3" creationId="{00000000-0000-0000-0000-000000000000}"/>
          </ac:spMkLst>
        </pc:spChg>
        <pc:spChg chg="mod">
          <ac:chgData name="הודיה קלנטר" userId="7bc4703a0bc17286" providerId="LiveId" clId="{BD9FE7AC-FFAF-41B4-9124-1CBD12457DB8}" dt="2026-09-18T12:04:03.202" v="222" actId="2711"/>
          <ac:spMkLst>
            <pc:docMk/>
            <pc:sldMk cId="0" sldId="270"/>
            <ac:spMk id="4" creationId="{00000000-0000-0000-0000-000000000000}"/>
          </ac:spMkLst>
        </pc:spChg>
        <pc:spChg chg="mod">
          <ac:chgData name="הודיה קלנטר" userId="7bc4703a0bc17286" providerId="LiveId" clId="{BD9FE7AC-FFAF-41B4-9124-1CBD12457DB8}" dt="2026-09-18T12:04:03.202" v="222" actId="2711"/>
          <ac:spMkLst>
            <pc:docMk/>
            <pc:sldMk cId="0" sldId="270"/>
            <ac:spMk id="5" creationId="{00000000-0000-0000-0000-000000000000}"/>
          </ac:spMkLst>
        </pc:spChg>
        <pc:spChg chg="mod">
          <ac:chgData name="הודיה קלנטר" userId="7bc4703a0bc17286" providerId="LiveId" clId="{BD9FE7AC-FFAF-41B4-9124-1CBD12457DB8}" dt="2026-09-18T12:00:15.883" v="209" actId="27636"/>
          <ac:spMkLst>
            <pc:docMk/>
            <pc:sldMk cId="0" sldId="270"/>
            <ac:spMk id="6" creationId="{00000000-0000-0000-0000-000000000000}"/>
          </ac:spMkLst>
        </pc:spChg>
        <pc:spChg chg="mod">
          <ac:chgData name="הודיה קלנטר" userId="7bc4703a0bc17286" providerId="LiveId" clId="{BD9FE7AC-FFAF-41B4-9124-1CBD12457DB8}" dt="2026-09-18T12:04:03.202" v="222" actId="2711"/>
          <ac:spMkLst>
            <pc:docMk/>
            <pc:sldMk cId="0" sldId="270"/>
            <ac:spMk id="12" creationId="{00000000-0000-0000-0000-000000000000}"/>
          </ac:spMkLst>
        </pc:spChg>
        <pc:spChg chg="mod">
          <ac:chgData name="הודיה קלנטר" userId="7bc4703a0bc17286" providerId="LiveId" clId="{BD9FE7AC-FFAF-41B4-9124-1CBD12457DB8}" dt="2026-09-18T12:04:03.202" v="222" actId="2711"/>
          <ac:spMkLst>
            <pc:docMk/>
            <pc:sldMk cId="0" sldId="270"/>
            <ac:spMk id="15" creationId="{00000000-0000-0000-0000-000000000000}"/>
          </ac:spMkLst>
        </pc:spChg>
        <pc:spChg chg="mod">
          <ac:chgData name="הודיה קלנטר" userId="7bc4703a0bc17286" providerId="LiveId" clId="{BD9FE7AC-FFAF-41B4-9124-1CBD12457DB8}" dt="2026-09-18T12:04:03.202" v="222" actId="2711"/>
          <ac:spMkLst>
            <pc:docMk/>
            <pc:sldMk cId="0" sldId="270"/>
            <ac:spMk id="16" creationId="{00000000-0000-0000-0000-000000000000}"/>
          </ac:spMkLst>
        </pc:spChg>
        <pc:spChg chg="mod">
          <ac:chgData name="הודיה קלנטר" userId="7bc4703a0bc17286" providerId="LiveId" clId="{BD9FE7AC-FFAF-41B4-9124-1CBD12457DB8}" dt="2026-09-18T12:00:15.894" v="210" actId="27636"/>
          <ac:spMkLst>
            <pc:docMk/>
            <pc:sldMk cId="0" sldId="270"/>
            <ac:spMk id="18" creationId="{00000000-0000-0000-0000-000000000000}"/>
          </ac:spMkLst>
        </pc:spChg>
        <pc:spChg chg="mod">
          <ac:chgData name="הודיה קלנטר" userId="7bc4703a0bc17286" providerId="LiveId" clId="{BD9FE7AC-FFAF-41B4-9124-1CBD12457DB8}" dt="2026-09-18T12:04:03.202" v="222" actId="2711"/>
          <ac:spMkLst>
            <pc:docMk/>
            <pc:sldMk cId="0" sldId="270"/>
            <ac:spMk id="22" creationId="{00000000-0000-0000-0000-000000000000}"/>
          </ac:spMkLst>
        </pc:spChg>
        <pc:spChg chg="mod">
          <ac:chgData name="הודיה קלנטר" userId="7bc4703a0bc17286" providerId="LiveId" clId="{BD9FE7AC-FFAF-41B4-9124-1CBD12457DB8}" dt="2026-09-18T12:04:03.202" v="222" actId="2711"/>
          <ac:spMkLst>
            <pc:docMk/>
            <pc:sldMk cId="0" sldId="270"/>
            <ac:spMk id="23" creationId="{00000000-0000-0000-0000-000000000000}"/>
          </ac:spMkLst>
        </pc:spChg>
        <pc:spChg chg="mod">
          <ac:chgData name="הודיה קלנטר" userId="7bc4703a0bc17286" providerId="LiveId" clId="{BD9FE7AC-FFAF-41B4-9124-1CBD12457DB8}" dt="2026-09-18T12:04:03.202" v="222" actId="2711"/>
          <ac:spMkLst>
            <pc:docMk/>
            <pc:sldMk cId="0" sldId="270"/>
            <ac:spMk id="25" creationId="{1CC56879-5E1D-EBBC-C38B-C94472CF596C}"/>
          </ac:spMkLst>
        </pc:spChg>
        <pc:spChg chg="mod">
          <ac:chgData name="הודיה קלנטר" userId="7bc4703a0bc17286" providerId="LiveId" clId="{BD9FE7AC-FFAF-41B4-9124-1CBD12457DB8}" dt="2026-09-18T12:04:03.202" v="222" actId="2711"/>
          <ac:spMkLst>
            <pc:docMk/>
            <pc:sldMk cId="0" sldId="270"/>
            <ac:spMk id="27" creationId="{3CBAF8DC-80F7-4620-025B-60428E5CE93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1088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81AC3-8B6F-C9CC-BE2A-825BC17698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DBC6A7-794D-56B7-A4B3-360E44896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8996C-3782-76F3-026B-6A0516FCFB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BC288A-8689-73B3-61DF-0AF4F68FD54A}"/>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5235583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9F9"/>
        </a:solidFill>
        <a:effectLst/>
      </p:bgPr>
    </p:bg>
    <p:spTree>
      <p:nvGrpSpPr>
        <p:cNvPr id="1" name=""/>
        <p:cNvGrpSpPr/>
        <p:nvPr/>
      </p:nvGrpSpPr>
      <p:grpSpPr>
        <a:xfrm>
          <a:off x="0" y="0"/>
          <a:ext cx="0" cy="0"/>
          <a:chOff x="0" y="0"/>
          <a:chExt cx="0" cy="0"/>
        </a:xfrm>
      </p:grpSpPr>
      <p:sp>
        <p:nvSpPr>
          <p:cNvPr id="2" name="Shape 0"/>
          <p:cNvSpPr/>
          <p:nvPr/>
        </p:nvSpPr>
        <p:spPr>
          <a:xfrm>
            <a:off x="-2" y="0"/>
            <a:ext cx="483081" cy="6858000"/>
          </a:xfrm>
          <a:prstGeom prst="rect">
            <a:avLst/>
          </a:prstGeom>
          <a:solidFill>
            <a:srgbClr val="A8DCD5"/>
          </a:solidFill>
          <a:ln/>
        </p:spPr>
        <p:txBody>
          <a:bodyPr/>
          <a:lstStyle/>
          <a:p>
            <a:endParaRPr lang="en-IL"/>
          </a:p>
        </p:txBody>
      </p:sp>
      <p:pic>
        <p:nvPicPr>
          <p:cNvPr id="3" name="Image 0" descr="Holon Institute of Technology logo"/>
          <p:cNvPicPr>
            <a:picLocks noChangeAspect="1"/>
          </p:cNvPicPr>
          <p:nvPr/>
        </p:nvPicPr>
        <p:blipFill>
          <a:blip r:embed="rId3"/>
          <a:srcRect l="-10" r="-10"/>
          <a:stretch/>
        </p:blipFill>
        <p:spPr>
          <a:xfrm>
            <a:off x="10360234" y="236974"/>
            <a:ext cx="1455142" cy="896352"/>
          </a:xfrm>
          <a:prstGeom prst="rect">
            <a:avLst/>
          </a:prstGeom>
        </p:spPr>
      </p:pic>
      <p:pic>
        <p:nvPicPr>
          <p:cNvPr id="4" name="Image 1" descr="Assuta Ramat HaHayal Medical Center logo"/>
          <p:cNvPicPr>
            <a:picLocks noChangeAspect="1"/>
          </p:cNvPicPr>
          <p:nvPr/>
        </p:nvPicPr>
        <p:blipFill>
          <a:blip r:embed="rId4"/>
          <a:srcRect t="-187" b="-187"/>
          <a:stretch/>
        </p:blipFill>
        <p:spPr>
          <a:xfrm>
            <a:off x="10127411" y="1298228"/>
            <a:ext cx="1687965" cy="325891"/>
          </a:xfrm>
          <a:prstGeom prst="rect">
            <a:avLst/>
          </a:prstGeom>
        </p:spPr>
      </p:pic>
      <p:sp>
        <p:nvSpPr>
          <p:cNvPr id="5" name="Shape 1"/>
          <p:cNvSpPr/>
          <p:nvPr/>
        </p:nvSpPr>
        <p:spPr>
          <a:xfrm>
            <a:off x="267426" y="609534"/>
            <a:ext cx="5883211" cy="387284"/>
          </a:xfrm>
          <a:prstGeom prst="roundRect">
            <a:avLst>
              <a:gd name="adj" fmla="val 50000"/>
            </a:avLst>
          </a:prstGeom>
          <a:solidFill>
            <a:srgbClr val="A8DCD5"/>
          </a:solidFill>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6" name="Text 2"/>
          <p:cNvSpPr/>
          <p:nvPr/>
        </p:nvSpPr>
        <p:spPr>
          <a:xfrm>
            <a:off x="531487" y="692084"/>
            <a:ext cx="5467807" cy="247584"/>
          </a:xfrm>
          <a:prstGeom prst="rect">
            <a:avLst/>
          </a:prstGeom>
          <a:noFill/>
          <a:ln/>
        </p:spPr>
        <p:txBody>
          <a:bodyPr wrap="square" lIns="0" tIns="0" rIns="0" bIns="0" rtlCol="0" anchor="t">
            <a:normAutofit fontScale="92500"/>
          </a:bodyPr>
          <a:lstStyle/>
          <a:p>
            <a:pPr marL="0" indent="0" algn="l">
              <a:lnSpc>
                <a:spcPts val="1750"/>
              </a:lnSpc>
              <a:buNone/>
            </a:pPr>
            <a:r>
              <a:rPr lang="en-US" sz="1250" b="1" kern="0" spc="75" dirty="0">
                <a:solidFill>
                  <a:srgbClr val="0F6E69"/>
                </a:solidFill>
                <a:latin typeface="Tahoma" panose="020B0604030504040204" pitchFamily="34" charset="0"/>
                <a:ea typeface="Tahoma" panose="020B0604030504040204" pitchFamily="34" charset="0"/>
                <a:cs typeface="Tahoma" panose="020B0604030504040204" pitchFamily="34" charset="0"/>
              </a:rPr>
              <a:t>B.SC. FINAL PROJECT · DIGITAL MEDICAL TECHNOLOGIES · HIT</a:t>
            </a:r>
            <a:endParaRPr lang="en-US" sz="1250" dirty="0">
              <a:latin typeface="Tahoma" panose="020B0604030504040204" pitchFamily="34" charset="0"/>
              <a:ea typeface="Tahoma" panose="020B0604030504040204" pitchFamily="34" charset="0"/>
              <a:cs typeface="Tahoma" panose="020B0604030504040204" pitchFamily="34" charset="0"/>
            </a:endParaRPr>
          </a:p>
        </p:txBody>
      </p:sp>
      <p:sp>
        <p:nvSpPr>
          <p:cNvPr id="8" name="Text 4"/>
          <p:cNvSpPr/>
          <p:nvPr/>
        </p:nvSpPr>
        <p:spPr>
          <a:xfrm>
            <a:off x="488576" y="3474074"/>
            <a:ext cx="7848600" cy="327604"/>
          </a:xfrm>
          <a:prstGeom prst="rect">
            <a:avLst/>
          </a:prstGeom>
          <a:noFill/>
          <a:ln/>
        </p:spPr>
        <p:txBody>
          <a:bodyPr wrap="square" lIns="0" tIns="0" rIns="0" bIns="0" rtlCol="0" anchor="t">
            <a:normAutofit/>
          </a:bodyPr>
          <a:lstStyle/>
          <a:p>
            <a:pPr marL="0" indent="0" algn="l">
              <a:lnSpc>
                <a:spcPts val="2380"/>
              </a:lnSpc>
              <a:buNone/>
            </a:pPr>
            <a:r>
              <a:rPr lang="en-US" sz="1700" b="1" dirty="0">
                <a:latin typeface="Tahoma" panose="020B0604030504040204" pitchFamily="34" charset="0"/>
                <a:ea typeface="Tahoma" panose="020B0604030504040204" pitchFamily="34" charset="0"/>
                <a:cs typeface="Tahoma" panose="020B0604030504040204" pitchFamily="34" charset="0"/>
              </a:rPr>
              <a:t>  A multimodal ML + NLP framework for early infection risk</a:t>
            </a:r>
          </a:p>
        </p:txBody>
      </p:sp>
      <p:sp>
        <p:nvSpPr>
          <p:cNvPr id="11" name="Text 7"/>
          <p:cNvSpPr/>
          <p:nvPr/>
        </p:nvSpPr>
        <p:spPr>
          <a:xfrm>
            <a:off x="612179" y="4365766"/>
            <a:ext cx="1268383" cy="345463"/>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6262B"/>
                </a:solidFill>
                <a:latin typeface="Tahoma" panose="020B0604030504040204" pitchFamily="34" charset="0"/>
                <a:ea typeface="Tahoma" panose="020B0604030504040204" pitchFamily="34" charset="0"/>
                <a:cs typeface="Tahoma" panose="020B0604030504040204" pitchFamily="34" charset="0"/>
              </a:rPr>
              <a:t>Tal Meillet</a:t>
            </a:r>
            <a:endParaRPr lang="en-US" sz="1800" dirty="0">
              <a:latin typeface="Tahoma" panose="020B0604030504040204" pitchFamily="34" charset="0"/>
              <a:ea typeface="Tahoma" panose="020B0604030504040204" pitchFamily="34" charset="0"/>
              <a:cs typeface="Tahoma" panose="020B0604030504040204" pitchFamily="34" charset="0"/>
            </a:endParaRPr>
          </a:p>
        </p:txBody>
      </p:sp>
      <p:sp>
        <p:nvSpPr>
          <p:cNvPr id="12" name="Text 8"/>
          <p:cNvSpPr/>
          <p:nvPr/>
        </p:nvSpPr>
        <p:spPr>
          <a:xfrm>
            <a:off x="612179" y="4749329"/>
            <a:ext cx="1268383" cy="247635"/>
          </a:xfrm>
          <a:prstGeom prst="rect">
            <a:avLst/>
          </a:prstGeom>
          <a:noFill/>
          <a:ln/>
        </p:spPr>
        <p:txBody>
          <a:bodyPr wrap="square" lIns="0" tIns="0" rIns="0" bIns="0" rtlCol="0" anchor="t">
            <a:normAutofit/>
          </a:bodyPr>
          <a:lstStyle/>
          <a:p>
            <a:pPr marL="0" indent="0" algn="l">
              <a:lnSpc>
                <a:spcPts val="1750"/>
              </a:lnSpc>
              <a:buNone/>
            </a:pPr>
            <a:r>
              <a:rPr lang="en-US" sz="1250" dirty="0">
                <a:latin typeface="Tahoma" panose="020B0604030504040204" pitchFamily="34" charset="0"/>
                <a:ea typeface="Tahoma" panose="020B0604030504040204" pitchFamily="34" charset="0"/>
                <a:cs typeface="Tahoma" panose="020B0604030504040204" pitchFamily="34" charset="0"/>
              </a:rPr>
              <a:t>I.D. 209966019</a:t>
            </a:r>
          </a:p>
        </p:txBody>
      </p:sp>
      <p:sp>
        <p:nvSpPr>
          <p:cNvPr id="15" name="Text 11"/>
          <p:cNvSpPr/>
          <p:nvPr/>
        </p:nvSpPr>
        <p:spPr>
          <a:xfrm>
            <a:off x="2558864" y="4359514"/>
            <a:ext cx="2672484" cy="345463"/>
          </a:xfrm>
          <a:prstGeom prst="rect">
            <a:avLst/>
          </a:prstGeom>
          <a:noFill/>
          <a:ln/>
        </p:spPr>
        <p:txBody>
          <a:bodyPr wrap="square" lIns="0" tIns="0" rIns="0" bIns="0" rtlCol="0" anchor="t">
            <a:normAutofit fontScale="92500"/>
          </a:bodyPr>
          <a:lstStyle/>
          <a:p>
            <a:pPr marL="0" indent="0" algn="l">
              <a:lnSpc>
                <a:spcPts val="2520"/>
              </a:lnSpc>
              <a:buNone/>
            </a:pPr>
            <a:r>
              <a:rPr lang="en-US" sz="1800" b="1" dirty="0">
                <a:solidFill>
                  <a:srgbClr val="16262B"/>
                </a:solidFill>
                <a:latin typeface="Tahoma" panose="020B0604030504040204" pitchFamily="34" charset="0"/>
                <a:ea typeface="Tahoma" panose="020B0604030504040204" pitchFamily="34" charset="0"/>
                <a:cs typeface="Tahoma" panose="020B0604030504040204" pitchFamily="34" charset="0"/>
              </a:rPr>
              <a:t>Hodaya Yasayev Klenter</a:t>
            </a:r>
            <a:endParaRPr lang="en-US" sz="1800" dirty="0">
              <a:latin typeface="Tahoma" panose="020B0604030504040204" pitchFamily="34" charset="0"/>
              <a:ea typeface="Tahoma" panose="020B0604030504040204" pitchFamily="34" charset="0"/>
              <a:cs typeface="Tahoma" panose="020B0604030504040204" pitchFamily="34" charset="0"/>
            </a:endParaRPr>
          </a:p>
        </p:txBody>
      </p:sp>
      <p:sp>
        <p:nvSpPr>
          <p:cNvPr id="16" name="Text 12"/>
          <p:cNvSpPr/>
          <p:nvPr/>
        </p:nvSpPr>
        <p:spPr>
          <a:xfrm>
            <a:off x="2572375" y="4749326"/>
            <a:ext cx="1352643" cy="247650"/>
          </a:xfrm>
          <a:prstGeom prst="rect">
            <a:avLst/>
          </a:prstGeom>
          <a:noFill/>
          <a:ln/>
        </p:spPr>
        <p:txBody>
          <a:bodyPr wrap="square" lIns="0" tIns="0" rIns="0" bIns="0" rtlCol="0" anchor="t">
            <a:normAutofit/>
          </a:bodyPr>
          <a:lstStyle/>
          <a:p>
            <a:pPr marL="0" indent="0" algn="l">
              <a:lnSpc>
                <a:spcPts val="1750"/>
              </a:lnSpc>
              <a:buNone/>
            </a:pPr>
            <a:r>
              <a:rPr lang="en-US" sz="1250" dirty="0">
                <a:latin typeface="Tahoma" panose="020B0604030504040204" pitchFamily="34" charset="0"/>
                <a:ea typeface="Tahoma" panose="020B0604030504040204" pitchFamily="34" charset="0"/>
                <a:cs typeface="Tahoma" panose="020B0604030504040204" pitchFamily="34" charset="0"/>
              </a:rPr>
              <a:t>I.D. 323856757</a:t>
            </a:r>
          </a:p>
        </p:txBody>
      </p:sp>
      <p:sp>
        <p:nvSpPr>
          <p:cNvPr id="19" name="Text 15"/>
          <p:cNvSpPr/>
          <p:nvPr/>
        </p:nvSpPr>
        <p:spPr>
          <a:xfrm>
            <a:off x="612179" y="5543278"/>
            <a:ext cx="5624719" cy="626901"/>
          </a:xfrm>
          <a:prstGeom prst="rect">
            <a:avLst/>
          </a:prstGeom>
          <a:noFill/>
          <a:ln/>
        </p:spPr>
        <p:txBody>
          <a:bodyPr wrap="square" lIns="0" tIns="0" rIns="0" bIns="0" rtlCol="0" anchor="t">
            <a:noAutofit/>
          </a:bodyPr>
          <a:lstStyle/>
          <a:p>
            <a:pPr marL="0" indent="0" algn="l">
              <a:lnSpc>
                <a:spcPts val="1680"/>
              </a:lnSpc>
              <a:buNone/>
            </a:pPr>
            <a:r>
              <a:rPr lang="en-US" sz="1600" dirty="0">
                <a:latin typeface="Tahoma" panose="020B0604030504040204" pitchFamily="34" charset="0"/>
                <a:ea typeface="Tahoma" panose="020B0604030504040204" pitchFamily="34" charset="0"/>
                <a:cs typeface="Tahoma" panose="020B0604030504040204" pitchFamily="34" charset="0"/>
              </a:rPr>
              <a:t>Academic supervisors: Dr. Ayelet Butman · Dr. Revital Marbel</a:t>
            </a:r>
          </a:p>
          <a:p>
            <a:pPr marL="0" indent="0" algn="l">
              <a:lnSpc>
                <a:spcPts val="1680"/>
              </a:lnSpc>
              <a:buNone/>
            </a:pPr>
            <a:endParaRPr lang="en-US" sz="1600" dirty="0">
              <a:latin typeface="Tahoma" panose="020B0604030504040204" pitchFamily="34" charset="0"/>
              <a:ea typeface="Tahoma" panose="020B0604030504040204" pitchFamily="34" charset="0"/>
              <a:cs typeface="Tahoma" panose="020B0604030504040204" pitchFamily="34" charset="0"/>
            </a:endParaRPr>
          </a:p>
          <a:p>
            <a:pPr>
              <a:lnSpc>
                <a:spcPts val="1680"/>
              </a:lnSpc>
            </a:pPr>
            <a:r>
              <a:rPr lang="en-US" sz="1600" dirty="0">
                <a:latin typeface="Tahoma" panose="020B0604030504040204" pitchFamily="34" charset="0"/>
                <a:ea typeface="Tahoma" panose="020B0604030504040204" pitchFamily="34" charset="0"/>
                <a:cs typeface="Tahoma" panose="020B0604030504040204" pitchFamily="34" charset="0"/>
              </a:rPr>
              <a:t>Clinical supervisor: Dr. Manor </a:t>
            </a:r>
            <a:r>
              <a:rPr lang="en-US" sz="1600" dirty="0" err="1">
                <a:latin typeface="Tahoma" panose="020B0604030504040204" pitchFamily="34" charset="0"/>
                <a:ea typeface="Tahoma" panose="020B0604030504040204" pitchFamily="34" charset="0"/>
                <a:cs typeface="Tahoma" panose="020B0604030504040204" pitchFamily="34" charset="0"/>
              </a:rPr>
              <a:t>Shpriz</a:t>
            </a:r>
            <a:r>
              <a:rPr lang="en-US" sz="1600" dirty="0">
                <a:latin typeface="Tahoma" panose="020B0604030504040204" pitchFamily="34" charset="0"/>
                <a:ea typeface="Tahoma" panose="020B0604030504040204" pitchFamily="34" charset="0"/>
                <a:cs typeface="Tahoma" panose="020B0604030504040204" pitchFamily="34" charset="0"/>
              </a:rPr>
              <a:t>- </a:t>
            </a:r>
            <a:r>
              <a:rPr lang="en-US" sz="1600" dirty="0" err="1">
                <a:latin typeface="Tahoma" panose="020B0604030504040204" pitchFamily="34" charset="0"/>
                <a:ea typeface="Tahoma" panose="020B0604030504040204" pitchFamily="34" charset="0"/>
                <a:cs typeface="Tahoma" panose="020B0604030504040204" pitchFamily="34" charset="0"/>
              </a:rPr>
              <a:t>Assuta</a:t>
            </a:r>
            <a:r>
              <a:rPr lang="en-US" sz="1600" dirty="0">
                <a:latin typeface="Tahoma" panose="020B0604030504040204" pitchFamily="34" charset="0"/>
                <a:ea typeface="Tahoma" panose="020B0604030504040204" pitchFamily="34" charset="0"/>
                <a:cs typeface="Tahoma" panose="020B0604030504040204" pitchFamily="34" charset="0"/>
              </a:rPr>
              <a:t> Ramat </a:t>
            </a:r>
            <a:r>
              <a:rPr lang="en-US" sz="1600" dirty="0" err="1">
                <a:latin typeface="Tahoma" panose="020B0604030504040204" pitchFamily="34" charset="0"/>
                <a:ea typeface="Tahoma" panose="020B0604030504040204" pitchFamily="34" charset="0"/>
                <a:cs typeface="Tahoma" panose="020B0604030504040204" pitchFamily="34" charset="0"/>
              </a:rPr>
              <a:t>HaHayal</a:t>
            </a:r>
            <a:endParaRPr lang="en-US" sz="1600" dirty="0">
              <a:latin typeface="Tahoma" panose="020B0604030504040204" pitchFamily="34" charset="0"/>
              <a:ea typeface="Tahoma" panose="020B0604030504040204" pitchFamily="34" charset="0"/>
              <a:cs typeface="Tahoma" panose="020B0604030504040204" pitchFamily="34" charset="0"/>
            </a:endParaRPr>
          </a:p>
          <a:p>
            <a:pPr marL="0" indent="0" algn="l">
              <a:lnSpc>
                <a:spcPts val="1680"/>
              </a:lnSpc>
              <a:buNone/>
            </a:pP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25" name="TextBox 24">
            <a:extLst>
              <a:ext uri="{FF2B5EF4-FFF2-40B4-BE49-F238E27FC236}">
                <a16:creationId xmlns:a16="http://schemas.microsoft.com/office/drawing/2014/main" id="{2310FFF9-397C-AD6D-6BA1-EECB7540B999}"/>
              </a:ext>
            </a:extLst>
          </p:cNvPr>
          <p:cNvSpPr txBox="1"/>
          <p:nvPr/>
        </p:nvSpPr>
        <p:spPr>
          <a:xfrm>
            <a:off x="483079" y="1709124"/>
            <a:ext cx="9739300" cy="1138773"/>
          </a:xfrm>
          <a:prstGeom prst="rect">
            <a:avLst/>
          </a:prstGeom>
          <a:noFill/>
        </p:spPr>
        <p:txBody>
          <a:bodyPr wrap="square">
            <a:spAutoFit/>
          </a:bodyPr>
          <a:lstStyle/>
          <a:p>
            <a:r>
              <a:rPr lang="en-US" sz="3400" b="1" dirty="0">
                <a:solidFill>
                  <a:srgbClr val="045459"/>
                </a:solidFill>
                <a:latin typeface="Tahoma" panose="020B0604030504040204" pitchFamily="34" charset="0"/>
                <a:ea typeface="Tahoma" panose="020B0604030504040204" pitchFamily="34" charset="0"/>
                <a:cs typeface="Tahoma" panose="020B0604030504040204" pitchFamily="34" charset="0"/>
              </a:rPr>
              <a:t>Predicting Infections during hospitalization among postsurgical patients</a:t>
            </a:r>
            <a:endParaRPr lang="en-IL" sz="3400" b="1" dirty="0">
              <a:solidFill>
                <a:srgbClr val="045459"/>
              </a:solidFill>
              <a:latin typeface="Tahoma" panose="020B0604030504040204" pitchFamily="34" charset="0"/>
              <a:ea typeface="Tahoma" panose="020B0604030504040204" pitchFamily="34" charset="0"/>
              <a:cs typeface="Tahoma" panose="020B0604030504040204" pitchFamily="34" charset="0"/>
            </a:endParaRPr>
          </a:p>
        </p:txBody>
      </p:sp>
      <p:sp>
        <p:nvSpPr>
          <p:cNvPr id="27" name="TextBox 26">
            <a:extLst>
              <a:ext uri="{FF2B5EF4-FFF2-40B4-BE49-F238E27FC236}">
                <a16:creationId xmlns:a16="http://schemas.microsoft.com/office/drawing/2014/main" id="{8037D87A-062C-F1DD-F901-6681612A0CB8}"/>
              </a:ext>
            </a:extLst>
          </p:cNvPr>
          <p:cNvSpPr txBox="1"/>
          <p:nvPr/>
        </p:nvSpPr>
        <p:spPr>
          <a:xfrm>
            <a:off x="2009662" y="4557340"/>
            <a:ext cx="282515" cy="307777"/>
          </a:xfrm>
          <a:prstGeom prst="rect">
            <a:avLst/>
          </a:prstGeom>
          <a:noFill/>
        </p:spPr>
        <p:txBody>
          <a:bodyPr wrap="square">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&amp;</a:t>
            </a:r>
            <a:endParaRPr lang="en-IL" b="1" dirty="0">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9F9"/>
        </a:solidFill>
        <a:effectLst/>
      </p:bgPr>
    </p:bg>
    <p:spTree>
      <p:nvGrpSpPr>
        <p:cNvPr id="1" name=""/>
        <p:cNvGrpSpPr/>
        <p:nvPr/>
      </p:nvGrpSpPr>
      <p:grpSpPr>
        <a:xfrm>
          <a:off x="0" y="0"/>
          <a:ext cx="0" cy="0"/>
          <a:chOff x="0" y="0"/>
          <a:chExt cx="0" cy="0"/>
        </a:xfrm>
      </p:grpSpPr>
      <p:sp>
        <p:nvSpPr>
          <p:cNvPr id="2" name="Shape 0"/>
          <p:cNvSpPr/>
          <p:nvPr/>
        </p:nvSpPr>
        <p:spPr>
          <a:xfrm>
            <a:off x="812767" y="597113"/>
            <a:ext cx="10566466" cy="304767"/>
          </a:xfrm>
          <a:prstGeom prst="roundRect">
            <a:avLst>
              <a:gd name="adj" fmla="val 50000"/>
            </a:avLst>
          </a:prstGeom>
          <a:solidFill>
            <a:srgbClr val="E9F6F4"/>
          </a:solidFill>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3" name="Text 1"/>
          <p:cNvSpPr/>
          <p:nvPr/>
        </p:nvSpPr>
        <p:spPr>
          <a:xfrm>
            <a:off x="952467" y="660613"/>
            <a:ext cx="10595678" cy="203167"/>
          </a:xfrm>
          <a:prstGeom prst="rect">
            <a:avLst/>
          </a:prstGeom>
          <a:noFill/>
          <a:ln/>
        </p:spPr>
        <p:txBody>
          <a:bodyPr wrap="square" lIns="0" tIns="0" rIns="0" bIns="0" rtlCol="0" anchor="t">
            <a:normAutofit/>
          </a:bodyPr>
          <a:lstStyle/>
          <a:p>
            <a:pPr marL="0" indent="0" algn="l">
              <a:lnSpc>
                <a:spcPts val="1400"/>
              </a:lnSpc>
              <a:buNone/>
            </a:pPr>
            <a:r>
              <a:rPr lang="en-US" sz="1000" b="1" kern="0" spc="75" dirty="0">
                <a:solidFill>
                  <a:srgbClr val="0F6E69"/>
                </a:solidFill>
                <a:latin typeface="Tahoma" panose="020B0604030504040204" pitchFamily="34" charset="0"/>
                <a:ea typeface="Tahoma" panose="020B0604030504040204" pitchFamily="34" charset="0"/>
                <a:cs typeface="Tahoma" panose="020B0604030504040204" pitchFamily="34" charset="0"/>
              </a:rPr>
              <a:t>CLINICAL BACKGROUND</a:t>
            </a:r>
            <a:endParaRPr lang="en-US" sz="1000" dirty="0">
              <a:latin typeface="Tahoma" panose="020B0604030504040204" pitchFamily="34" charset="0"/>
              <a:ea typeface="Tahoma" panose="020B0604030504040204" pitchFamily="34" charset="0"/>
              <a:cs typeface="Tahoma" panose="020B0604030504040204" pitchFamily="34" charset="0"/>
            </a:endParaRPr>
          </a:p>
        </p:txBody>
      </p:sp>
      <p:sp>
        <p:nvSpPr>
          <p:cNvPr id="4" name="Text 2"/>
          <p:cNvSpPr/>
          <p:nvPr/>
        </p:nvSpPr>
        <p:spPr>
          <a:xfrm>
            <a:off x="812767" y="1059771"/>
            <a:ext cx="10883460" cy="492720"/>
          </a:xfrm>
          <a:prstGeom prst="rect">
            <a:avLst/>
          </a:prstGeom>
          <a:noFill/>
          <a:ln/>
        </p:spPr>
        <p:txBody>
          <a:bodyPr wrap="square" lIns="0" tIns="0" rIns="0" bIns="0" rtlCol="0" anchor="t">
            <a:normAutofit fontScale="92500"/>
          </a:bodyPr>
          <a:lstStyle/>
          <a:p>
            <a:pPr marL="0" indent="0" algn="l">
              <a:lnSpc>
                <a:spcPts val="3680"/>
              </a:lnSpc>
              <a:buNone/>
            </a:pPr>
            <a:r>
              <a:rPr lang="en-US" sz="3600" b="1" dirty="0">
                <a:solidFill>
                  <a:srgbClr val="16313A"/>
                </a:solidFill>
                <a:latin typeface="Tahoma" panose="020B0604030504040204" pitchFamily="34" charset="0"/>
                <a:ea typeface="Tahoma" panose="020B0604030504040204" pitchFamily="34" charset="0"/>
                <a:cs typeface="Tahoma" panose="020B0604030504040204" pitchFamily="34" charset="0"/>
              </a:rPr>
              <a:t>Hospital-acquired infection: the clinical problem</a:t>
            </a:r>
            <a:endParaRPr lang="en-US" sz="3600" b="1" dirty="0">
              <a:latin typeface="Tahoma" panose="020B0604030504040204" pitchFamily="34" charset="0"/>
              <a:ea typeface="Tahoma" panose="020B0604030504040204" pitchFamily="34" charset="0"/>
              <a:cs typeface="Tahoma" panose="020B0604030504040204" pitchFamily="34" charset="0"/>
            </a:endParaRPr>
          </a:p>
        </p:txBody>
      </p:sp>
      <p:sp>
        <p:nvSpPr>
          <p:cNvPr id="5" name="Shape 3"/>
          <p:cNvSpPr/>
          <p:nvPr/>
        </p:nvSpPr>
        <p:spPr>
          <a:xfrm>
            <a:off x="815942" y="2327724"/>
            <a:ext cx="3400822" cy="1787029"/>
          </a:xfrm>
          <a:prstGeom prst="roundRect">
            <a:avLst>
              <a:gd name="adj" fmla="val 5508"/>
            </a:avLst>
          </a:prstGeom>
          <a:solidFill>
            <a:srgbClr val="FFFFFF"/>
          </a:solidFill>
          <a:ln w="6350">
            <a:solidFill>
              <a:srgbClr val="DCE6E5"/>
            </a:solidFill>
            <a:prstDash val="solid"/>
          </a:ln>
        </p:spPr>
        <p:txBody>
          <a:bodyPr/>
          <a:lstStyle/>
          <a:p>
            <a:pPr algn="ctr"/>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6" name="Text 4"/>
          <p:cNvSpPr/>
          <p:nvPr/>
        </p:nvSpPr>
        <p:spPr>
          <a:xfrm>
            <a:off x="1021209" y="2558375"/>
            <a:ext cx="3079996" cy="594337"/>
          </a:xfrm>
          <a:prstGeom prst="rect">
            <a:avLst/>
          </a:prstGeom>
          <a:noFill/>
          <a:ln/>
        </p:spPr>
        <p:txBody>
          <a:bodyPr wrap="square" lIns="0" tIns="0" rIns="0" bIns="0" rtlCol="0" anchor="t">
            <a:normAutofit/>
          </a:bodyPr>
          <a:lstStyle/>
          <a:p>
            <a:pPr marL="0" indent="0" algn="ctr">
              <a:lnSpc>
                <a:spcPts val="4480"/>
              </a:lnSpc>
              <a:buNone/>
            </a:pPr>
            <a:r>
              <a:rPr lang="en-US" sz="3600" b="1" dirty="0">
                <a:solidFill>
                  <a:srgbClr val="1A8F8A"/>
                </a:solidFill>
                <a:latin typeface="Tahoma" panose="020B0604030504040204" pitchFamily="34" charset="0"/>
                <a:ea typeface="Tahoma" panose="020B0604030504040204" pitchFamily="34" charset="0"/>
                <a:cs typeface="Tahoma" panose="020B0604030504040204" pitchFamily="34" charset="0"/>
              </a:rPr>
              <a:t>2</a:t>
            </a:r>
            <a:r>
              <a:rPr lang="he-IL" sz="3600" b="1" dirty="0">
                <a:solidFill>
                  <a:srgbClr val="1A8F8A"/>
                </a:solidFill>
                <a:latin typeface="Tahoma" panose="020B0604030504040204" pitchFamily="34" charset="0"/>
                <a:ea typeface="Tahoma" panose="020B0604030504040204" pitchFamily="34" charset="0"/>
                <a:cs typeface="Tahoma" panose="020B0604030504040204" pitchFamily="34" charset="0"/>
              </a:rPr>
              <a:t> - </a:t>
            </a:r>
            <a:r>
              <a:rPr lang="en-US" sz="3600" b="1" dirty="0">
                <a:solidFill>
                  <a:srgbClr val="1A8F8A"/>
                </a:solidFill>
                <a:latin typeface="Tahoma" panose="020B0604030504040204" pitchFamily="34" charset="0"/>
                <a:ea typeface="Tahoma" panose="020B0604030504040204" pitchFamily="34" charset="0"/>
                <a:cs typeface="Tahoma" panose="020B0604030504040204" pitchFamily="34" charset="0"/>
              </a:rPr>
              <a:t>5</a:t>
            </a:r>
            <a:r>
              <a:rPr lang="he-IL" sz="3600" b="1" dirty="0">
                <a:solidFill>
                  <a:srgbClr val="1A8F8A"/>
                </a:solidFill>
                <a:latin typeface="Tahoma" panose="020B0604030504040204" pitchFamily="34" charset="0"/>
                <a:ea typeface="Tahoma" panose="020B0604030504040204" pitchFamily="34" charset="0"/>
                <a:cs typeface="Tahoma" panose="020B0604030504040204" pitchFamily="34" charset="0"/>
              </a:rPr>
              <a:t> </a:t>
            </a:r>
            <a:r>
              <a:rPr lang="en-US" sz="3600" b="1" dirty="0">
                <a:solidFill>
                  <a:srgbClr val="1A8F8A"/>
                </a:solidFill>
                <a:latin typeface="Tahoma" panose="020B0604030504040204" pitchFamily="34" charset="0"/>
                <a:ea typeface="Tahoma" panose="020B0604030504040204" pitchFamily="34" charset="0"/>
                <a:cs typeface="Tahoma" panose="020B0604030504040204" pitchFamily="34" charset="0"/>
              </a:rPr>
              <a:t>%</a:t>
            </a:r>
            <a:endParaRPr lang="en-US" sz="3600" baseline="30000" dirty="0">
              <a:latin typeface="Tahoma" panose="020B0604030504040204" pitchFamily="34" charset="0"/>
              <a:ea typeface="Tahoma" panose="020B0604030504040204" pitchFamily="34" charset="0"/>
              <a:cs typeface="Tahoma" panose="020B0604030504040204" pitchFamily="34" charset="0"/>
            </a:endParaRPr>
          </a:p>
        </p:txBody>
      </p:sp>
      <p:sp>
        <p:nvSpPr>
          <p:cNvPr id="7" name="Text 5"/>
          <p:cNvSpPr/>
          <p:nvPr/>
        </p:nvSpPr>
        <p:spPr>
          <a:xfrm>
            <a:off x="919634" y="3339450"/>
            <a:ext cx="3283146" cy="492721"/>
          </a:xfrm>
          <a:prstGeom prst="rect">
            <a:avLst/>
          </a:prstGeom>
          <a:noFill/>
          <a:ln/>
        </p:spPr>
        <p:txBody>
          <a:bodyPr wrap="square" lIns="0" tIns="0" rIns="0" bIns="0" rtlCol="0" anchor="t">
            <a:normAutofit/>
          </a:bodyPr>
          <a:lstStyle/>
          <a:p>
            <a:pPr algn="ctr">
              <a:lnSpc>
                <a:spcPts val="1820"/>
              </a:lnSpc>
            </a:pPr>
            <a:r>
              <a:rPr lang="en-US" sz="1600" b="1" dirty="0">
                <a:solidFill>
                  <a:srgbClr val="3A4F54"/>
                </a:solidFill>
                <a:latin typeface="Tahoma" panose="020B0604030504040204" pitchFamily="34" charset="0"/>
                <a:ea typeface="Tahoma" panose="020B0604030504040204" pitchFamily="34" charset="0"/>
                <a:cs typeface="Tahoma" panose="020B0604030504040204" pitchFamily="34" charset="0"/>
              </a:rPr>
              <a:t>of operations develop a SSI</a:t>
            </a:r>
            <a:r>
              <a:rPr lang="en-US" b="1" baseline="30000" dirty="0">
                <a:solidFill>
                  <a:srgbClr val="3A4F54"/>
                </a:solidFill>
                <a:latin typeface="Tahoma" panose="020B0604030504040204" pitchFamily="34" charset="0"/>
                <a:ea typeface="Tahoma" panose="020B0604030504040204" pitchFamily="34" charset="0"/>
                <a:cs typeface="Tahoma" panose="020B0604030504040204" pitchFamily="34" charset="0"/>
              </a:rPr>
              <a:t>[1]</a:t>
            </a:r>
            <a:endParaRPr lang="en-US" sz="1600" b="1" dirty="0">
              <a:solidFill>
                <a:srgbClr val="3A4F54"/>
              </a:solidFill>
              <a:latin typeface="Tahoma" panose="020B0604030504040204" pitchFamily="34" charset="0"/>
              <a:ea typeface="Tahoma" panose="020B0604030504040204" pitchFamily="34" charset="0"/>
              <a:cs typeface="Tahoma" panose="020B0604030504040204" pitchFamily="34" charset="0"/>
            </a:endParaRPr>
          </a:p>
        </p:txBody>
      </p:sp>
      <p:sp>
        <p:nvSpPr>
          <p:cNvPr id="8" name="Shape 6"/>
          <p:cNvSpPr/>
          <p:nvPr/>
        </p:nvSpPr>
        <p:spPr>
          <a:xfrm>
            <a:off x="4400881" y="2327724"/>
            <a:ext cx="3400822" cy="1787029"/>
          </a:xfrm>
          <a:prstGeom prst="roundRect">
            <a:avLst>
              <a:gd name="adj" fmla="val 5508"/>
            </a:avLst>
          </a:prstGeom>
          <a:solidFill>
            <a:srgbClr val="FFFFFF"/>
          </a:solidFill>
          <a:ln w="6350">
            <a:solidFill>
              <a:srgbClr val="DCE6E5"/>
            </a:solidFill>
            <a:prstDash val="solid"/>
          </a:ln>
        </p:spPr>
        <p:txBody>
          <a:bodyPr/>
          <a:lstStyle/>
          <a:p>
            <a:pPr algn="ctr"/>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9" name="Text 7"/>
          <p:cNvSpPr/>
          <p:nvPr/>
        </p:nvSpPr>
        <p:spPr>
          <a:xfrm>
            <a:off x="4606148" y="2558375"/>
            <a:ext cx="3079996" cy="594337"/>
          </a:xfrm>
          <a:prstGeom prst="rect">
            <a:avLst/>
          </a:prstGeom>
          <a:noFill/>
          <a:ln/>
        </p:spPr>
        <p:txBody>
          <a:bodyPr wrap="square" lIns="0" tIns="0" rIns="0" bIns="0" rtlCol="0" anchor="t">
            <a:normAutofit/>
          </a:bodyPr>
          <a:lstStyle/>
          <a:p>
            <a:pPr algn="ctr">
              <a:lnSpc>
                <a:spcPts val="4480"/>
              </a:lnSpc>
            </a:pPr>
            <a:r>
              <a:rPr lang="en-US" sz="3600" b="1" dirty="0">
                <a:solidFill>
                  <a:srgbClr val="1A8F8A"/>
                </a:solidFill>
                <a:latin typeface="Tahoma" panose="020B0604030504040204" pitchFamily="34" charset="0"/>
                <a:ea typeface="Tahoma" panose="020B0604030504040204" pitchFamily="34" charset="0"/>
                <a:cs typeface="Tahoma" panose="020B0604030504040204" pitchFamily="34" charset="0"/>
              </a:rPr>
              <a:t>3.5</a:t>
            </a:r>
            <a:r>
              <a:rPr lang="he-IL" sz="3600" b="1" dirty="0">
                <a:solidFill>
                  <a:srgbClr val="1A8F8A"/>
                </a:solidFill>
                <a:latin typeface="Tahoma" panose="020B0604030504040204" pitchFamily="34" charset="0"/>
                <a:ea typeface="Tahoma" panose="020B0604030504040204" pitchFamily="34" charset="0"/>
                <a:cs typeface="Tahoma" panose="020B0604030504040204" pitchFamily="34" charset="0"/>
              </a:rPr>
              <a:t> </a:t>
            </a:r>
            <a:r>
              <a:rPr lang="en-US" sz="3600" b="1" dirty="0">
                <a:solidFill>
                  <a:srgbClr val="1A8F8A"/>
                </a:solidFill>
                <a:latin typeface="Tahoma" panose="020B0604030504040204" pitchFamily="34" charset="0"/>
                <a:ea typeface="Tahoma" panose="020B0604030504040204" pitchFamily="34" charset="0"/>
                <a:cs typeface="Tahoma" panose="020B0604030504040204" pitchFamily="34" charset="0"/>
              </a:rPr>
              <a:t>-</a:t>
            </a:r>
            <a:r>
              <a:rPr lang="he-IL" sz="3600" b="1" dirty="0">
                <a:solidFill>
                  <a:srgbClr val="1A8F8A"/>
                </a:solidFill>
                <a:latin typeface="Tahoma" panose="020B0604030504040204" pitchFamily="34" charset="0"/>
                <a:ea typeface="Tahoma" panose="020B0604030504040204" pitchFamily="34" charset="0"/>
                <a:cs typeface="Tahoma" panose="020B0604030504040204" pitchFamily="34" charset="0"/>
              </a:rPr>
              <a:t> </a:t>
            </a:r>
            <a:r>
              <a:rPr lang="en-US" sz="3600" b="1" dirty="0">
                <a:solidFill>
                  <a:srgbClr val="1A8F8A"/>
                </a:solidFill>
                <a:latin typeface="Tahoma" panose="020B0604030504040204" pitchFamily="34" charset="0"/>
                <a:ea typeface="Tahoma" panose="020B0604030504040204" pitchFamily="34" charset="0"/>
                <a:cs typeface="Tahoma" panose="020B0604030504040204" pitchFamily="34" charset="0"/>
              </a:rPr>
              <a:t>10</a:t>
            </a:r>
            <a:r>
              <a:rPr lang="he-IL" sz="3600" b="1" dirty="0">
                <a:solidFill>
                  <a:srgbClr val="1A8F8A"/>
                </a:solidFill>
                <a:latin typeface="Tahoma" panose="020B0604030504040204" pitchFamily="34" charset="0"/>
                <a:ea typeface="Tahoma" panose="020B0604030504040204" pitchFamily="34" charset="0"/>
                <a:cs typeface="Tahoma" panose="020B0604030504040204" pitchFamily="34" charset="0"/>
              </a:rPr>
              <a:t> </a:t>
            </a:r>
            <a:r>
              <a:rPr lang="en-US" sz="3600" b="1" dirty="0">
                <a:solidFill>
                  <a:srgbClr val="1A8F8A"/>
                </a:solidFill>
                <a:latin typeface="Tahoma" panose="020B0604030504040204" pitchFamily="34" charset="0"/>
                <a:ea typeface="Tahoma" panose="020B0604030504040204" pitchFamily="34" charset="0"/>
                <a:cs typeface="Tahoma" panose="020B0604030504040204" pitchFamily="34" charset="0"/>
              </a:rPr>
              <a:t>B$</a:t>
            </a:r>
            <a:endParaRPr lang="en-US" sz="3600" baseline="30000" dirty="0">
              <a:latin typeface="Tahoma" panose="020B0604030504040204" pitchFamily="34" charset="0"/>
              <a:ea typeface="Tahoma" panose="020B0604030504040204" pitchFamily="34" charset="0"/>
              <a:cs typeface="Tahoma" panose="020B0604030504040204" pitchFamily="34" charset="0"/>
            </a:endParaRPr>
          </a:p>
        </p:txBody>
      </p:sp>
      <p:sp>
        <p:nvSpPr>
          <p:cNvPr id="10" name="Text 8"/>
          <p:cNvSpPr/>
          <p:nvPr/>
        </p:nvSpPr>
        <p:spPr>
          <a:xfrm>
            <a:off x="4606148" y="3277150"/>
            <a:ext cx="3079996" cy="664498"/>
          </a:xfrm>
          <a:prstGeom prst="rect">
            <a:avLst/>
          </a:prstGeom>
          <a:noFill/>
          <a:ln/>
        </p:spPr>
        <p:txBody>
          <a:bodyPr wrap="square" lIns="0" tIns="0" rIns="0" bIns="0" rtlCol="0" anchor="t">
            <a:normAutofit/>
          </a:bodyPr>
          <a:lstStyle/>
          <a:p>
            <a:pPr algn="ctr">
              <a:lnSpc>
                <a:spcPts val="1820"/>
              </a:lnSpc>
            </a:pPr>
            <a:r>
              <a:rPr lang="en-US" sz="1600" b="1" dirty="0">
                <a:solidFill>
                  <a:srgbClr val="3A4F54"/>
                </a:solidFill>
                <a:latin typeface="Tahoma" panose="020B0604030504040204" pitchFamily="34" charset="0"/>
                <a:ea typeface="Tahoma" panose="020B0604030504040204" pitchFamily="34" charset="0"/>
                <a:cs typeface="Tahoma" panose="020B0604030504040204" pitchFamily="34" charset="0"/>
              </a:rPr>
              <a:t>excess annual cost from SSIs in the US alone </a:t>
            </a:r>
            <a:r>
              <a:rPr lang="en-US" b="1" baseline="30000" dirty="0">
                <a:solidFill>
                  <a:srgbClr val="3A4F54"/>
                </a:solidFill>
                <a:latin typeface="Tahoma" panose="020B0604030504040204" pitchFamily="34" charset="0"/>
                <a:ea typeface="Tahoma" panose="020B0604030504040204" pitchFamily="34" charset="0"/>
                <a:cs typeface="Tahoma" panose="020B0604030504040204" pitchFamily="34" charset="0"/>
              </a:rPr>
              <a:t>[2]</a:t>
            </a:r>
            <a:endParaRPr lang="en-US" sz="1600" b="1" dirty="0">
              <a:solidFill>
                <a:srgbClr val="3A4F54"/>
              </a:solidFill>
              <a:latin typeface="Tahoma" panose="020B0604030504040204" pitchFamily="34" charset="0"/>
              <a:ea typeface="Tahoma" panose="020B0604030504040204" pitchFamily="34" charset="0"/>
              <a:cs typeface="Tahoma" panose="020B0604030504040204" pitchFamily="34" charset="0"/>
            </a:endParaRPr>
          </a:p>
        </p:txBody>
      </p:sp>
      <p:sp>
        <p:nvSpPr>
          <p:cNvPr id="11" name="Shape 9"/>
          <p:cNvSpPr/>
          <p:nvPr/>
        </p:nvSpPr>
        <p:spPr>
          <a:xfrm>
            <a:off x="7982645" y="2324549"/>
            <a:ext cx="3396588" cy="1793379"/>
          </a:xfrm>
          <a:prstGeom prst="roundRect">
            <a:avLst>
              <a:gd name="adj" fmla="val 5665"/>
            </a:avLst>
          </a:prstGeom>
          <a:solidFill>
            <a:srgbClr val="1C5762"/>
          </a:solidFill>
          <a:ln/>
        </p:spPr>
        <p:txBody>
          <a:bodyPr/>
          <a:lstStyle/>
          <a:p>
            <a:pPr algn="ctr"/>
            <a:endParaRPr lang="en-IL" dirty="0">
              <a:latin typeface="Tahoma" panose="020B0604030504040204" pitchFamily="34" charset="0"/>
              <a:ea typeface="Tahoma" panose="020B0604030504040204" pitchFamily="34" charset="0"/>
              <a:cs typeface="Tahoma" panose="020B0604030504040204" pitchFamily="34" charset="0"/>
            </a:endParaRPr>
          </a:p>
        </p:txBody>
      </p:sp>
      <p:sp>
        <p:nvSpPr>
          <p:cNvPr id="12" name="Text 10"/>
          <p:cNvSpPr/>
          <p:nvPr/>
        </p:nvSpPr>
        <p:spPr>
          <a:xfrm>
            <a:off x="8185795" y="2553083"/>
            <a:ext cx="3079996" cy="594337"/>
          </a:xfrm>
          <a:prstGeom prst="rect">
            <a:avLst/>
          </a:prstGeom>
          <a:noFill/>
          <a:ln/>
        </p:spPr>
        <p:txBody>
          <a:bodyPr wrap="square" lIns="0" tIns="0" rIns="0" bIns="0" rtlCol="0" anchor="t">
            <a:normAutofit/>
          </a:bodyPr>
          <a:lstStyle/>
          <a:p>
            <a:pPr marL="0" indent="0" algn="ctr">
              <a:lnSpc>
                <a:spcPts val="4480"/>
              </a:lnSpc>
              <a:buNone/>
            </a:pPr>
            <a:r>
              <a:rPr lang="en-US" sz="3600" b="1" dirty="0">
                <a:solidFill>
                  <a:srgbClr val="8FE6DC"/>
                </a:solidFill>
                <a:latin typeface="Tahoma" panose="020B0604030504040204" pitchFamily="34" charset="0"/>
                <a:ea typeface="Tahoma" panose="020B0604030504040204" pitchFamily="34" charset="0"/>
                <a:cs typeface="Tahoma" panose="020B0604030504040204" pitchFamily="34" charset="0"/>
              </a:rPr>
              <a:t>0</a:t>
            </a:r>
            <a:endParaRPr lang="en-US" sz="3600" b="1" baseline="30000" dirty="0">
              <a:latin typeface="Tahoma" panose="020B0604030504040204" pitchFamily="34" charset="0"/>
              <a:ea typeface="Tahoma" panose="020B0604030504040204" pitchFamily="34" charset="0"/>
              <a:cs typeface="Tahoma" panose="020B0604030504040204" pitchFamily="34" charset="0"/>
            </a:endParaRPr>
          </a:p>
        </p:txBody>
      </p:sp>
      <p:sp>
        <p:nvSpPr>
          <p:cNvPr id="13" name="Text 11"/>
          <p:cNvSpPr/>
          <p:nvPr/>
        </p:nvSpPr>
        <p:spPr>
          <a:xfrm>
            <a:off x="8192370" y="3279523"/>
            <a:ext cx="3079996" cy="620773"/>
          </a:xfrm>
          <a:prstGeom prst="rect">
            <a:avLst/>
          </a:prstGeom>
          <a:noFill/>
          <a:ln/>
        </p:spPr>
        <p:txBody>
          <a:bodyPr wrap="square" lIns="0" tIns="0" rIns="0" bIns="0" rtlCol="0" anchor="t">
            <a:normAutofit/>
          </a:bodyPr>
          <a:lstStyle/>
          <a:p>
            <a:pPr algn="ctr">
              <a:lnSpc>
                <a:spcPts val="1820"/>
              </a:lnSpc>
            </a:pPr>
            <a:r>
              <a:rPr lang="en-US" sz="1600" b="1" dirty="0">
                <a:solidFill>
                  <a:srgbClr val="C7DEDB"/>
                </a:solidFill>
                <a:latin typeface="Tahoma" panose="020B0604030504040204" pitchFamily="34" charset="0"/>
                <a:ea typeface="Tahoma" panose="020B0604030504040204" pitchFamily="34" charset="0"/>
                <a:cs typeface="Tahoma" panose="020B0604030504040204" pitchFamily="34" charset="0"/>
              </a:rPr>
              <a:t>national SSI surveillance programs in Israel </a:t>
            </a:r>
            <a:r>
              <a:rPr lang="en-US" b="1" baseline="30000" dirty="0">
                <a:solidFill>
                  <a:srgbClr val="C7DEDB"/>
                </a:solidFill>
                <a:latin typeface="Tahoma" panose="020B0604030504040204" pitchFamily="34" charset="0"/>
                <a:ea typeface="Tahoma" panose="020B0604030504040204" pitchFamily="34" charset="0"/>
                <a:cs typeface="Tahoma" panose="020B0604030504040204" pitchFamily="34" charset="0"/>
              </a:rPr>
              <a:t>[3]</a:t>
            </a:r>
            <a:endParaRPr lang="en-US" sz="1600" b="1" dirty="0">
              <a:solidFill>
                <a:srgbClr val="C7DEDB"/>
              </a:solidFill>
              <a:latin typeface="Tahoma" panose="020B0604030504040204" pitchFamily="34" charset="0"/>
              <a:ea typeface="Tahoma" panose="020B0604030504040204" pitchFamily="34" charset="0"/>
              <a:cs typeface="Tahoma" panose="020B0604030504040204" pitchFamily="34" charset="0"/>
            </a:endParaRPr>
          </a:p>
        </p:txBody>
      </p:sp>
      <p:sp>
        <p:nvSpPr>
          <p:cNvPr id="14" name="Text 12"/>
          <p:cNvSpPr/>
          <p:nvPr/>
        </p:nvSpPr>
        <p:spPr>
          <a:xfrm>
            <a:off x="1190625" y="4824459"/>
            <a:ext cx="9810750" cy="970211"/>
          </a:xfrm>
          <a:prstGeom prst="rect">
            <a:avLst/>
          </a:prstGeom>
          <a:noFill/>
          <a:ln/>
        </p:spPr>
        <p:txBody>
          <a:bodyPr wrap="square" lIns="0" tIns="0" rIns="0" bIns="0" rtlCol="0" anchor="t">
            <a:normAutofit/>
          </a:bodyPr>
          <a:lstStyle/>
          <a:p>
            <a:pPr marL="0" indent="0" algn="ctr">
              <a:lnSpc>
                <a:spcPts val="2480"/>
              </a:lnSpc>
              <a:buNone/>
            </a:pPr>
            <a:r>
              <a:rPr lang="en-US" sz="2000" dirty="0">
                <a:latin typeface="Tahoma" panose="020B0604030504040204" pitchFamily="34" charset="0"/>
                <a:ea typeface="Tahoma" panose="020B0604030504040204" pitchFamily="34" charset="0"/>
                <a:cs typeface="Tahoma" panose="020B0604030504040204" pitchFamily="34" charset="0"/>
              </a:rPr>
              <a:t>Today- detection of infection is usually confirmed only once it is already apparent.</a:t>
            </a:r>
          </a:p>
        </p:txBody>
      </p:sp>
      <p:sp>
        <p:nvSpPr>
          <p:cNvPr id="15" name="Text 13"/>
          <p:cNvSpPr/>
          <p:nvPr/>
        </p:nvSpPr>
        <p:spPr>
          <a:xfrm>
            <a:off x="406383" y="6289145"/>
            <a:ext cx="23369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3A6"/>
                </a:solidFill>
                <a:latin typeface="Tahoma" panose="020B0604030504040204" pitchFamily="34" charset="0"/>
                <a:ea typeface="Tahoma" panose="020B0604030504040204" pitchFamily="34" charset="0"/>
                <a:cs typeface="Tahoma" panose="020B0604030504040204" pitchFamily="34" charset="0"/>
              </a:rPr>
              <a:t>02</a:t>
            </a:r>
            <a:endParaRPr lang="en-US" sz="1200" dirty="0"/>
          </a:p>
        </p:txBody>
      </p:sp>
      <p:sp>
        <p:nvSpPr>
          <p:cNvPr id="19" name="Text 12">
            <a:extLst>
              <a:ext uri="{FF2B5EF4-FFF2-40B4-BE49-F238E27FC236}">
                <a16:creationId xmlns:a16="http://schemas.microsoft.com/office/drawing/2014/main" id="{83ED6FF7-D2CE-76B3-62EE-7F76921F7BAB}"/>
              </a:ext>
            </a:extLst>
          </p:cNvPr>
          <p:cNvSpPr/>
          <p:nvPr/>
        </p:nvSpPr>
        <p:spPr>
          <a:xfrm>
            <a:off x="812766" y="5891168"/>
            <a:ext cx="10459599" cy="630427"/>
          </a:xfrm>
          <a:prstGeom prst="rect">
            <a:avLst/>
          </a:prstGeom>
          <a:noFill/>
          <a:ln/>
        </p:spPr>
        <p:txBody>
          <a:bodyPr wrap="square" lIns="0" tIns="0" rIns="0" bIns="0" rtlCol="0" anchor="t">
            <a:normAutofit/>
          </a:bodyPr>
          <a:lstStyle/>
          <a:p>
            <a:r>
              <a:rPr lang="en-IL" sz="900" b="1" dirty="0">
                <a:latin typeface="Tahoma" panose="020B0604030504040204" pitchFamily="34" charset="0"/>
                <a:ea typeface="Tahoma" panose="020B0604030504040204" pitchFamily="34" charset="0"/>
                <a:cs typeface="Tahoma" panose="020B0604030504040204" pitchFamily="34" charset="0"/>
              </a:rPr>
              <a:t>[1]</a:t>
            </a:r>
            <a:r>
              <a:rPr lang="en-IL" sz="900" dirty="0">
                <a:latin typeface="Tahoma" panose="020B0604030504040204" pitchFamily="34" charset="0"/>
                <a:ea typeface="Tahoma" panose="020B0604030504040204" pitchFamily="34" charset="0"/>
                <a:cs typeface="Tahoma" panose="020B0604030504040204" pitchFamily="34" charset="0"/>
              </a:rPr>
              <a:t> World Health Organization. </a:t>
            </a:r>
            <a:r>
              <a:rPr lang="en-IL" sz="900" i="1" dirty="0">
                <a:latin typeface="Tahoma" panose="020B0604030504040204" pitchFamily="34" charset="0"/>
                <a:ea typeface="Tahoma" panose="020B0604030504040204" pitchFamily="34" charset="0"/>
                <a:cs typeface="Tahoma" panose="020B0604030504040204" pitchFamily="34" charset="0"/>
              </a:rPr>
              <a:t>Global Guidelines for </a:t>
            </a:r>
            <a:r>
              <a:rPr lang="en-IL" sz="900" dirty="0">
                <a:latin typeface="Tahoma" panose="020B0604030504040204" pitchFamily="34" charset="0"/>
                <a:ea typeface="Tahoma" panose="020B0604030504040204" pitchFamily="34" charset="0"/>
                <a:cs typeface="Tahoma" panose="020B0604030504040204" pitchFamily="34" charset="0"/>
              </a:rPr>
              <a:t>the Prevention of Surgical Site Infection, 2nd ed. Geneva: WHO, 2018.</a:t>
            </a:r>
            <a:endParaRPr lang="en-US" sz="900" dirty="0">
              <a:latin typeface="Tahoma" panose="020B0604030504040204" pitchFamily="34" charset="0"/>
              <a:ea typeface="Tahoma" panose="020B0604030504040204" pitchFamily="34" charset="0"/>
              <a:cs typeface="Tahoma" panose="020B0604030504040204" pitchFamily="34" charset="0"/>
            </a:endParaRPr>
          </a:p>
          <a:p>
            <a:r>
              <a:rPr lang="en-IL" sz="900" b="1" dirty="0">
                <a:latin typeface="Tahoma" panose="020B0604030504040204" pitchFamily="34" charset="0"/>
                <a:ea typeface="Tahoma" panose="020B0604030504040204" pitchFamily="34" charset="0"/>
                <a:cs typeface="Tahoma" panose="020B0604030504040204" pitchFamily="34" charset="0"/>
              </a:rPr>
              <a:t>[2] </a:t>
            </a:r>
            <a:r>
              <a:rPr lang="en-IL" sz="900" dirty="0">
                <a:latin typeface="Tahoma" panose="020B0604030504040204" pitchFamily="34" charset="0"/>
                <a:ea typeface="Tahoma" panose="020B0604030504040204" pitchFamily="34" charset="0"/>
                <a:cs typeface="Tahoma" panose="020B0604030504040204" pitchFamily="34" charset="0"/>
              </a:rPr>
              <a:t>Chakraborty A, et al. "Development and evaluation of machine learning models for the identification of surgical site infection in electronic health records." Surgical Infections 26, no. 7 (2025): 474.</a:t>
            </a:r>
            <a:endParaRPr lang="en-US" sz="900" dirty="0">
              <a:latin typeface="Tahoma" panose="020B0604030504040204" pitchFamily="34" charset="0"/>
              <a:ea typeface="Tahoma" panose="020B0604030504040204" pitchFamily="34" charset="0"/>
              <a:cs typeface="Tahoma" panose="020B0604030504040204" pitchFamily="34" charset="0"/>
            </a:endParaRPr>
          </a:p>
          <a:p>
            <a:r>
              <a:rPr lang="en-IL" sz="900" b="1" dirty="0">
                <a:latin typeface="Tahoma" panose="020B0604030504040204" pitchFamily="34" charset="0"/>
                <a:ea typeface="Tahoma" panose="020B0604030504040204" pitchFamily="34" charset="0"/>
                <a:cs typeface="Tahoma" panose="020B0604030504040204" pitchFamily="34" charset="0"/>
              </a:rPr>
              <a:t>[3] </a:t>
            </a:r>
            <a:r>
              <a:rPr lang="en-IL" sz="900" dirty="0">
                <a:latin typeface="Tahoma" panose="020B0604030504040204" pitchFamily="34" charset="0"/>
                <a:ea typeface="Tahoma" panose="020B0604030504040204" pitchFamily="34" charset="0"/>
                <a:cs typeface="Tahoma" panose="020B0604030504040204" pitchFamily="34" charset="0"/>
              </a:rPr>
              <a:t>Najjar </a:t>
            </a:r>
            <a:r>
              <a:rPr lang="en-IL" sz="900" dirty="0" err="1">
                <a:latin typeface="Tahoma" panose="020B0604030504040204" pitchFamily="34" charset="0"/>
                <a:ea typeface="Tahoma" panose="020B0604030504040204" pitchFamily="34" charset="0"/>
                <a:cs typeface="Tahoma" panose="020B0604030504040204" pitchFamily="34" charset="0"/>
              </a:rPr>
              <a:t>Debbiny</a:t>
            </a:r>
            <a:r>
              <a:rPr lang="en-IL" sz="900" dirty="0">
                <a:latin typeface="Tahoma" panose="020B0604030504040204" pitchFamily="34" charset="0"/>
                <a:ea typeface="Tahoma" panose="020B0604030504040204" pitchFamily="34" charset="0"/>
                <a:cs typeface="Tahoma" panose="020B0604030504040204" pitchFamily="34" charset="0"/>
              </a:rPr>
              <a:t> R, et al. "Healthcare-associated infection prevention and control practices in Israel: results of a national survey." BMC Infectious Diseases 22 (2022): 739.</a:t>
            </a:r>
            <a:endParaRPr lang="en-US" sz="900" dirty="0">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9F9"/>
        </a:solidFill>
        <a:effectLst/>
      </p:bgPr>
    </p:bg>
    <p:spTree>
      <p:nvGrpSpPr>
        <p:cNvPr id="1" name=""/>
        <p:cNvGrpSpPr/>
        <p:nvPr/>
      </p:nvGrpSpPr>
      <p:grpSpPr>
        <a:xfrm>
          <a:off x="0" y="0"/>
          <a:ext cx="0" cy="0"/>
          <a:chOff x="0" y="0"/>
          <a:chExt cx="0" cy="0"/>
        </a:xfrm>
      </p:grpSpPr>
      <p:sp>
        <p:nvSpPr>
          <p:cNvPr id="4" name="Text 2"/>
          <p:cNvSpPr/>
          <p:nvPr/>
        </p:nvSpPr>
        <p:spPr>
          <a:xfrm>
            <a:off x="812767" y="585314"/>
            <a:ext cx="10883460" cy="49272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6313A"/>
                </a:solidFill>
                <a:latin typeface="Tahoma" panose="020B0604030504040204" pitchFamily="34" charset="0"/>
                <a:ea typeface="Tahoma" panose="020B0604030504040204" pitchFamily="34" charset="0"/>
                <a:cs typeface="Tahoma" panose="020B0604030504040204" pitchFamily="34" charset="0"/>
              </a:rPr>
              <a:t>The research gap</a:t>
            </a:r>
            <a:endParaRPr lang="en-US" sz="3200" b="1" dirty="0">
              <a:latin typeface="Tahoma" panose="020B0604030504040204" pitchFamily="34" charset="0"/>
              <a:ea typeface="Tahoma" panose="020B0604030504040204" pitchFamily="34" charset="0"/>
              <a:cs typeface="Tahoma" panose="020B0604030504040204" pitchFamily="34" charset="0"/>
            </a:endParaRPr>
          </a:p>
        </p:txBody>
      </p:sp>
      <p:sp>
        <p:nvSpPr>
          <p:cNvPr id="5" name="Shape 3"/>
          <p:cNvSpPr/>
          <p:nvPr/>
        </p:nvSpPr>
        <p:spPr>
          <a:xfrm>
            <a:off x="815942" y="1456871"/>
            <a:ext cx="3400822" cy="1707942"/>
          </a:xfrm>
          <a:prstGeom prst="roundRect">
            <a:avLst>
              <a:gd name="adj" fmla="val 3559"/>
            </a:avLst>
          </a:prstGeom>
          <a:solidFill>
            <a:srgbClr val="FFFFFF"/>
          </a:solidFill>
          <a:ln w="6350">
            <a:solidFill>
              <a:srgbClr val="DCE6E5"/>
            </a:solidFill>
            <a:prstDash val="solid"/>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6" name="Text 4"/>
          <p:cNvSpPr/>
          <p:nvPr/>
        </p:nvSpPr>
        <p:spPr>
          <a:xfrm>
            <a:off x="1021209" y="1566752"/>
            <a:ext cx="3079996" cy="452041"/>
          </a:xfrm>
          <a:prstGeom prst="rect">
            <a:avLst/>
          </a:prstGeom>
          <a:noFill/>
          <a:ln/>
        </p:spPr>
        <p:txBody>
          <a:bodyPr wrap="square" lIns="0" tIns="0" rIns="0" bIns="0" rtlCol="0" anchor="t">
            <a:normAutofit/>
          </a:bodyPr>
          <a:lstStyle/>
          <a:p>
            <a:pPr marL="0" indent="0" algn="l">
              <a:lnSpc>
                <a:spcPts val="3360"/>
              </a:lnSpc>
              <a:buNone/>
            </a:pPr>
            <a:r>
              <a:rPr lang="en-US" sz="2000" b="1" dirty="0">
                <a:solidFill>
                  <a:srgbClr val="1A8F8A"/>
                </a:solidFill>
                <a:latin typeface="Tahoma" panose="020B0604030504040204" pitchFamily="34" charset="0"/>
                <a:ea typeface="Tahoma" panose="020B0604030504040204" pitchFamily="34" charset="0"/>
                <a:cs typeface="Tahoma" panose="020B0604030504040204" pitchFamily="34" charset="0"/>
              </a:rPr>
              <a:t>01</a:t>
            </a:r>
            <a:endParaRPr lang="en-US" sz="2000" dirty="0">
              <a:latin typeface="Tahoma" panose="020B0604030504040204" pitchFamily="34" charset="0"/>
              <a:ea typeface="Tahoma" panose="020B0604030504040204" pitchFamily="34" charset="0"/>
              <a:cs typeface="Tahoma" panose="020B0604030504040204" pitchFamily="34" charset="0"/>
            </a:endParaRPr>
          </a:p>
        </p:txBody>
      </p:sp>
      <p:sp>
        <p:nvSpPr>
          <p:cNvPr id="7" name="Text 5"/>
          <p:cNvSpPr/>
          <p:nvPr/>
        </p:nvSpPr>
        <p:spPr>
          <a:xfrm>
            <a:off x="1012583" y="2043173"/>
            <a:ext cx="3079996" cy="1467777"/>
          </a:xfrm>
          <a:prstGeom prst="rect">
            <a:avLst/>
          </a:prstGeom>
          <a:noFill/>
          <a:ln/>
        </p:spPr>
        <p:txBody>
          <a:bodyPr wrap="square" lIns="0" tIns="0" rIns="0" bIns="0" rtlCol="0" anchor="t">
            <a:normAutofit/>
          </a:bodyPr>
          <a:lstStyle/>
          <a:p>
            <a:pPr algn="ctr">
              <a:lnSpc>
                <a:spcPct val="150000"/>
              </a:lnSpc>
            </a:pPr>
            <a:r>
              <a:rPr lang="en-US" sz="1600" b="1" dirty="0">
                <a:solidFill>
                  <a:srgbClr val="16313A"/>
                </a:solidFill>
                <a:latin typeface="Tahoma" panose="020B0604030504040204" pitchFamily="34" charset="0"/>
                <a:ea typeface="Tahoma" panose="020B0604030504040204" pitchFamily="34" charset="0"/>
                <a:cs typeface="Tahoma" panose="020B0604030504040204" pitchFamily="34" charset="0"/>
              </a:rPr>
              <a:t>Structured models often lack external validation</a:t>
            </a:r>
            <a:r>
              <a:rPr lang="en-US" baseline="30000" dirty="0">
                <a:latin typeface="Tahoma" panose="020B0604030504040204" pitchFamily="34" charset="0"/>
                <a:ea typeface="Tahoma" panose="020B0604030504040204" pitchFamily="34" charset="0"/>
                <a:cs typeface="Tahoma" panose="020B0604030504040204" pitchFamily="34" charset="0"/>
              </a:rPr>
              <a:t>[4][5]</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9" name="Shape 7"/>
          <p:cNvSpPr/>
          <p:nvPr/>
        </p:nvSpPr>
        <p:spPr>
          <a:xfrm>
            <a:off x="4400881" y="1456871"/>
            <a:ext cx="3400822" cy="1707941"/>
          </a:xfrm>
          <a:prstGeom prst="roundRect">
            <a:avLst>
              <a:gd name="adj" fmla="val 3559"/>
            </a:avLst>
          </a:prstGeom>
          <a:solidFill>
            <a:srgbClr val="FFFFFF"/>
          </a:solidFill>
          <a:ln w="6350">
            <a:solidFill>
              <a:srgbClr val="DCE6E5"/>
            </a:solidFill>
            <a:prstDash val="solid"/>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10" name="Text 8"/>
          <p:cNvSpPr/>
          <p:nvPr/>
        </p:nvSpPr>
        <p:spPr>
          <a:xfrm>
            <a:off x="4606148" y="1566752"/>
            <a:ext cx="3079996" cy="452041"/>
          </a:xfrm>
          <a:prstGeom prst="rect">
            <a:avLst/>
          </a:prstGeom>
          <a:noFill/>
          <a:ln/>
        </p:spPr>
        <p:txBody>
          <a:bodyPr wrap="square" lIns="0" tIns="0" rIns="0" bIns="0" rtlCol="0" anchor="t">
            <a:normAutofit/>
          </a:bodyPr>
          <a:lstStyle/>
          <a:p>
            <a:pPr marL="0" indent="0" algn="l">
              <a:lnSpc>
                <a:spcPts val="3360"/>
              </a:lnSpc>
              <a:buNone/>
            </a:pPr>
            <a:r>
              <a:rPr lang="en-US" sz="2000" b="1" dirty="0">
                <a:solidFill>
                  <a:srgbClr val="1A8F8A"/>
                </a:solidFill>
                <a:latin typeface="Tahoma" panose="020B0604030504040204" pitchFamily="34" charset="0"/>
                <a:ea typeface="Tahoma" panose="020B0604030504040204" pitchFamily="34" charset="0"/>
                <a:cs typeface="Tahoma" panose="020B0604030504040204" pitchFamily="34" charset="0"/>
              </a:rPr>
              <a:t>02</a:t>
            </a:r>
            <a:endParaRPr lang="en-US" sz="2000" dirty="0">
              <a:latin typeface="Tahoma" panose="020B0604030504040204" pitchFamily="34" charset="0"/>
              <a:ea typeface="Tahoma" panose="020B0604030504040204" pitchFamily="34" charset="0"/>
              <a:cs typeface="Tahoma" panose="020B0604030504040204" pitchFamily="34" charset="0"/>
            </a:endParaRPr>
          </a:p>
        </p:txBody>
      </p:sp>
      <p:sp>
        <p:nvSpPr>
          <p:cNvPr id="11" name="Text 9"/>
          <p:cNvSpPr/>
          <p:nvPr/>
        </p:nvSpPr>
        <p:spPr>
          <a:xfrm>
            <a:off x="4559707" y="2043173"/>
            <a:ext cx="3079996" cy="1368573"/>
          </a:xfrm>
          <a:prstGeom prst="rect">
            <a:avLst/>
          </a:prstGeom>
          <a:noFill/>
          <a:ln/>
        </p:spPr>
        <p:txBody>
          <a:bodyPr wrap="square" lIns="0" tIns="0" rIns="0" bIns="0" rtlCol="0" anchor="t">
            <a:normAutofit/>
          </a:bodyPr>
          <a:lstStyle/>
          <a:p>
            <a:pPr algn="ctr">
              <a:lnSpc>
                <a:spcPct val="150000"/>
              </a:lnSpc>
            </a:pPr>
            <a:r>
              <a:rPr lang="en-US" sz="1600" b="1" dirty="0">
                <a:solidFill>
                  <a:srgbClr val="16313A"/>
                </a:solidFill>
                <a:latin typeface="Tahoma" panose="020B0604030504040204" pitchFamily="34" charset="0"/>
                <a:ea typeface="Tahoma" panose="020B0604030504040204" pitchFamily="34" charset="0"/>
                <a:cs typeface="Tahoma" panose="020B0604030504040204" pitchFamily="34" charset="0"/>
              </a:rPr>
              <a:t>Text adds value - but representation matters</a:t>
            </a:r>
            <a:r>
              <a:rPr lang="en-US" baseline="30000" dirty="0">
                <a:latin typeface="Tahoma" panose="020B0604030504040204" pitchFamily="34" charset="0"/>
                <a:ea typeface="Tahoma" panose="020B0604030504040204" pitchFamily="34" charset="0"/>
                <a:cs typeface="Tahoma" panose="020B0604030504040204" pitchFamily="34" charset="0"/>
              </a:rPr>
              <a:t>[6][7]</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13" name="Shape 11"/>
          <p:cNvSpPr/>
          <p:nvPr/>
        </p:nvSpPr>
        <p:spPr>
          <a:xfrm>
            <a:off x="7982644" y="1453696"/>
            <a:ext cx="3524993" cy="1710034"/>
          </a:xfrm>
          <a:prstGeom prst="roundRect">
            <a:avLst>
              <a:gd name="adj" fmla="val 3666"/>
            </a:avLst>
          </a:prstGeom>
          <a:solidFill>
            <a:srgbClr val="1C5762"/>
          </a:solidFill>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14" name="Text 12"/>
          <p:cNvSpPr/>
          <p:nvPr/>
        </p:nvSpPr>
        <p:spPr>
          <a:xfrm>
            <a:off x="8140941" y="1561461"/>
            <a:ext cx="3079996" cy="452041"/>
          </a:xfrm>
          <a:prstGeom prst="rect">
            <a:avLst/>
          </a:prstGeom>
          <a:noFill/>
          <a:ln/>
        </p:spPr>
        <p:txBody>
          <a:bodyPr wrap="square" lIns="0" tIns="0" rIns="0" bIns="0" rtlCol="0" anchor="t">
            <a:normAutofit/>
          </a:bodyPr>
          <a:lstStyle/>
          <a:p>
            <a:pPr marL="0" indent="0" algn="l">
              <a:lnSpc>
                <a:spcPts val="3360"/>
              </a:lnSpc>
              <a:buNone/>
            </a:pPr>
            <a:r>
              <a:rPr lang="en-US" sz="2000" b="1" dirty="0">
                <a:solidFill>
                  <a:srgbClr val="8FE6DC"/>
                </a:solidFill>
                <a:latin typeface="Tahoma" panose="020B0604030504040204" pitchFamily="34" charset="0"/>
                <a:ea typeface="Tahoma" panose="020B0604030504040204" pitchFamily="34" charset="0"/>
                <a:cs typeface="Tahoma" panose="020B0604030504040204" pitchFamily="34" charset="0"/>
              </a:rPr>
              <a:t>03</a:t>
            </a:r>
            <a:endParaRPr lang="en-US" sz="2000" dirty="0">
              <a:latin typeface="Tahoma" panose="020B0604030504040204" pitchFamily="34" charset="0"/>
              <a:ea typeface="Tahoma" panose="020B0604030504040204" pitchFamily="34" charset="0"/>
              <a:cs typeface="Tahoma" panose="020B0604030504040204" pitchFamily="34" charset="0"/>
            </a:endParaRPr>
          </a:p>
        </p:txBody>
      </p:sp>
      <p:sp>
        <p:nvSpPr>
          <p:cNvPr id="15" name="Text 13"/>
          <p:cNvSpPr/>
          <p:nvPr/>
        </p:nvSpPr>
        <p:spPr>
          <a:xfrm>
            <a:off x="8070796" y="2043173"/>
            <a:ext cx="3305262" cy="1409558"/>
          </a:xfrm>
          <a:prstGeom prst="rect">
            <a:avLst/>
          </a:prstGeom>
          <a:noFill/>
          <a:ln/>
        </p:spPr>
        <p:txBody>
          <a:bodyPr wrap="square" lIns="0" tIns="0" rIns="0" bIns="0" rtlCol="0" anchor="t">
            <a:normAutofit/>
          </a:bodyPr>
          <a:lstStyle/>
          <a:p>
            <a:pPr algn="ctr">
              <a:lnSpc>
                <a:spcPct val="150000"/>
              </a:lnSpc>
            </a:pPr>
            <a:r>
              <a:rPr lang="en-US" sz="1500" b="1" dirty="0">
                <a:solidFill>
                  <a:srgbClr val="F1F7F7"/>
                </a:solidFill>
                <a:latin typeface="Tahoma" panose="020B0604030504040204" pitchFamily="34" charset="0"/>
                <a:ea typeface="Tahoma" panose="020B0604030504040204" pitchFamily="34" charset="0"/>
                <a:cs typeface="Tahoma" panose="020B0604030504040204" pitchFamily="34" charset="0"/>
              </a:rPr>
              <a:t>Hebrew multimodal SSI prediction remains unexplored</a:t>
            </a:r>
            <a:r>
              <a:rPr lang="en-US" sz="1500" baseline="30000" dirty="0">
                <a:solidFill>
                  <a:srgbClr val="CFE9E6"/>
                </a:solidFill>
                <a:latin typeface="Tahoma" panose="020B0604030504040204" pitchFamily="34" charset="0"/>
                <a:ea typeface="Tahoma" panose="020B0604030504040204" pitchFamily="34" charset="0"/>
                <a:cs typeface="Tahoma" panose="020B0604030504040204" pitchFamily="34" charset="0"/>
              </a:rPr>
              <a:t>[8]</a:t>
            </a:r>
            <a:endParaRPr lang="en-US" sz="1500" dirty="0">
              <a:latin typeface="Tahoma" panose="020B0604030504040204" pitchFamily="34" charset="0"/>
              <a:ea typeface="Tahoma" panose="020B0604030504040204" pitchFamily="34" charset="0"/>
              <a:cs typeface="Tahoma" panose="020B0604030504040204" pitchFamily="34" charset="0"/>
            </a:endParaRPr>
          </a:p>
        </p:txBody>
      </p:sp>
      <p:sp>
        <p:nvSpPr>
          <p:cNvPr id="17" name="Shape 15"/>
          <p:cNvSpPr/>
          <p:nvPr/>
        </p:nvSpPr>
        <p:spPr>
          <a:xfrm>
            <a:off x="812766" y="3571236"/>
            <a:ext cx="10781135" cy="1710034"/>
          </a:xfrm>
          <a:prstGeom prst="roundRect">
            <a:avLst>
              <a:gd name="adj" fmla="val 10813"/>
            </a:avLst>
          </a:prstGeom>
          <a:solidFill>
            <a:srgbClr val="E9F6F4"/>
          </a:solidFill>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18" name="Text 16"/>
          <p:cNvSpPr/>
          <p:nvPr/>
        </p:nvSpPr>
        <p:spPr>
          <a:xfrm>
            <a:off x="1066767" y="3750033"/>
            <a:ext cx="10360220" cy="1353488"/>
          </a:xfrm>
          <a:prstGeom prst="rect">
            <a:avLst/>
          </a:prstGeom>
          <a:noFill/>
          <a:ln/>
        </p:spPr>
        <p:txBody>
          <a:bodyPr wrap="square" lIns="0" tIns="0" rIns="0" bIns="0" rtlCol="0" anchor="t">
            <a:normAutofit/>
          </a:bodyPr>
          <a:lstStyle/>
          <a:p>
            <a:pPr>
              <a:lnSpc>
                <a:spcPts val="2100"/>
              </a:lnSpc>
            </a:pPr>
            <a:r>
              <a:rPr lang="en-US" sz="2000" b="1" dirty="0">
                <a:solidFill>
                  <a:srgbClr val="1C5762"/>
                </a:solidFill>
                <a:latin typeface="Tahoma" panose="020B0604030504040204" pitchFamily="34" charset="0"/>
                <a:ea typeface="Tahoma" panose="020B0604030504040204" pitchFamily="34" charset="0"/>
                <a:cs typeface="Tahoma" panose="020B0604030504040204" pitchFamily="34" charset="0"/>
              </a:rPr>
              <a:t>Research question:</a:t>
            </a:r>
            <a:br>
              <a:rPr lang="en-US" sz="2000" dirty="0">
                <a:solidFill>
                  <a:srgbClr val="1C5762"/>
                </a:solidFill>
                <a:latin typeface="Tahoma" panose="020B0604030504040204" pitchFamily="34" charset="0"/>
                <a:ea typeface="Tahoma" panose="020B0604030504040204" pitchFamily="34" charset="0"/>
                <a:cs typeface="Tahoma" panose="020B0604030504040204" pitchFamily="34" charset="0"/>
              </a:rPr>
            </a:br>
            <a:r>
              <a:rPr lang="en-US" sz="2000" dirty="0">
                <a:solidFill>
                  <a:srgbClr val="1C5762"/>
                </a:solidFill>
                <a:latin typeface="Tahoma" panose="020B0604030504040204" pitchFamily="34" charset="0"/>
                <a:ea typeface="Tahoma" panose="020B0604030504040204" pitchFamily="34" charset="0"/>
                <a:cs typeface="Tahoma" panose="020B0604030504040204" pitchFamily="34" charset="0"/>
              </a:rPr>
              <a:t>To what extent can a multimodal machine learning framework, combining structured tabular EHR data with unstructured narrative clinical text, predict the risk of postoperative infection at the end of the surgical procedure among surgical patients at </a:t>
            </a:r>
            <a:r>
              <a:rPr lang="en-US" sz="2000" dirty="0" err="1">
                <a:solidFill>
                  <a:srgbClr val="1C5762"/>
                </a:solidFill>
                <a:latin typeface="Tahoma" panose="020B0604030504040204" pitchFamily="34" charset="0"/>
                <a:ea typeface="Tahoma" panose="020B0604030504040204" pitchFamily="34" charset="0"/>
                <a:cs typeface="Tahoma" panose="020B0604030504040204" pitchFamily="34" charset="0"/>
              </a:rPr>
              <a:t>Assuta</a:t>
            </a:r>
            <a:r>
              <a:rPr lang="en-US" sz="2000" dirty="0">
                <a:solidFill>
                  <a:srgbClr val="1C5762"/>
                </a:solidFill>
                <a:latin typeface="Tahoma" panose="020B0604030504040204" pitchFamily="34" charset="0"/>
                <a:ea typeface="Tahoma" panose="020B0604030504040204" pitchFamily="34" charset="0"/>
                <a:cs typeface="Tahoma" panose="020B0604030504040204" pitchFamily="34" charset="0"/>
              </a:rPr>
              <a:t> Ramat </a:t>
            </a:r>
            <a:r>
              <a:rPr lang="en-US" sz="2000" dirty="0" err="1">
                <a:solidFill>
                  <a:srgbClr val="1C5762"/>
                </a:solidFill>
                <a:latin typeface="Tahoma" panose="020B0604030504040204" pitchFamily="34" charset="0"/>
                <a:ea typeface="Tahoma" panose="020B0604030504040204" pitchFamily="34" charset="0"/>
                <a:cs typeface="Tahoma" panose="020B0604030504040204" pitchFamily="34" charset="0"/>
              </a:rPr>
              <a:t>HaHayal</a:t>
            </a:r>
            <a:r>
              <a:rPr lang="en-US" sz="2000" dirty="0">
                <a:solidFill>
                  <a:srgbClr val="1C5762"/>
                </a:solidFill>
                <a:latin typeface="Tahoma" panose="020B0604030504040204" pitchFamily="34" charset="0"/>
                <a:ea typeface="Tahoma" panose="020B0604030504040204" pitchFamily="34" charset="0"/>
                <a:cs typeface="Tahoma" panose="020B0604030504040204" pitchFamily="34" charset="0"/>
              </a:rPr>
              <a:t>, compared with a single-modality tabular model?</a:t>
            </a:r>
          </a:p>
        </p:txBody>
      </p:sp>
      <p:sp>
        <p:nvSpPr>
          <p:cNvPr id="19" name="Text 17"/>
          <p:cNvSpPr/>
          <p:nvPr/>
        </p:nvSpPr>
        <p:spPr>
          <a:xfrm>
            <a:off x="406383" y="6289145"/>
            <a:ext cx="23369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3A6"/>
                </a:solidFill>
                <a:latin typeface="Tahoma" panose="020B0604030504040204" pitchFamily="34" charset="0"/>
                <a:ea typeface="Tahoma" panose="020B0604030504040204" pitchFamily="34" charset="0"/>
                <a:cs typeface="Tahoma" panose="020B0604030504040204" pitchFamily="34" charset="0"/>
              </a:rPr>
              <a:t>03</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3" name="Text 12">
            <a:extLst>
              <a:ext uri="{FF2B5EF4-FFF2-40B4-BE49-F238E27FC236}">
                <a16:creationId xmlns:a16="http://schemas.microsoft.com/office/drawing/2014/main" id="{2D5871F8-121F-D64D-E341-68ACADA05202}"/>
              </a:ext>
            </a:extLst>
          </p:cNvPr>
          <p:cNvSpPr/>
          <p:nvPr/>
        </p:nvSpPr>
        <p:spPr>
          <a:xfrm>
            <a:off x="640076" y="5661193"/>
            <a:ext cx="11428279" cy="775212"/>
          </a:xfrm>
          <a:prstGeom prst="rect">
            <a:avLst/>
          </a:prstGeom>
          <a:noFill/>
          <a:ln/>
        </p:spPr>
        <p:txBody>
          <a:bodyPr wrap="square" lIns="0" tIns="0" rIns="0" bIns="0" rtlCol="0" anchor="t">
            <a:noAutofit/>
          </a:bodyPr>
          <a:lstStyle/>
          <a:p>
            <a:r>
              <a:rPr lang="en-IL" sz="800" b="1" dirty="0">
                <a:latin typeface="Tahoma" panose="020B0604030504040204" pitchFamily="34" charset="0"/>
                <a:ea typeface="Tahoma" panose="020B0604030504040204" pitchFamily="34" charset="0"/>
                <a:cs typeface="Tahoma" panose="020B0604030504040204" pitchFamily="34" charset="0"/>
              </a:rPr>
              <a:t>[</a:t>
            </a:r>
            <a:r>
              <a:rPr lang="en-US" sz="800" b="1" dirty="0">
                <a:latin typeface="Tahoma" panose="020B0604030504040204" pitchFamily="34" charset="0"/>
                <a:ea typeface="Tahoma" panose="020B0604030504040204" pitchFamily="34" charset="0"/>
                <a:cs typeface="Tahoma" panose="020B0604030504040204" pitchFamily="34" charset="0"/>
              </a:rPr>
              <a:t>4</a:t>
            </a:r>
            <a:r>
              <a:rPr lang="en-IL" sz="800" b="1" dirty="0">
                <a:latin typeface="Tahoma" panose="020B0604030504040204" pitchFamily="34" charset="0"/>
                <a:ea typeface="Tahoma" panose="020B0604030504040204" pitchFamily="34" charset="0"/>
                <a:cs typeface="Tahoma" panose="020B0604030504040204" pitchFamily="34" charset="0"/>
              </a:rPr>
              <a:t>]</a:t>
            </a:r>
            <a:r>
              <a:rPr lang="en-IL" sz="800" dirty="0">
                <a:latin typeface="Tahoma" panose="020B0604030504040204" pitchFamily="34" charset="0"/>
                <a:ea typeface="Tahoma" panose="020B0604030504040204" pitchFamily="34" charset="0"/>
                <a:cs typeface="Tahoma" panose="020B0604030504040204" pitchFamily="34" charset="0"/>
              </a:rPr>
              <a:t> </a:t>
            </a:r>
            <a:r>
              <a:rPr lang="en-IL" sz="800" dirty="0" err="1">
                <a:latin typeface="Tahoma" panose="020B0604030504040204" pitchFamily="34" charset="0"/>
                <a:ea typeface="Tahoma" panose="020B0604030504040204" pitchFamily="34" charset="0"/>
                <a:cs typeface="Tahoma" panose="020B0604030504040204" pitchFamily="34" charset="0"/>
              </a:rPr>
              <a:t>Ndjonko</a:t>
            </a:r>
            <a:r>
              <a:rPr lang="en-IL" sz="800" dirty="0">
                <a:latin typeface="Tahoma" panose="020B0604030504040204" pitchFamily="34" charset="0"/>
                <a:ea typeface="Tahoma" panose="020B0604030504040204" pitchFamily="34" charset="0"/>
                <a:cs typeface="Tahoma" panose="020B0604030504040204" pitchFamily="34" charset="0"/>
              </a:rPr>
              <a:t> LCM, et al. "Evaluating predictive performance and generalizability of traditional and artificial intelligence models in predicting surgical site infections post-spinal surgery: a systematic review." Spine Journal 26, no. 2 (2026): 280–291. </a:t>
            </a:r>
            <a:endParaRPr lang="en-US" sz="800" dirty="0">
              <a:latin typeface="Tahoma" panose="020B0604030504040204" pitchFamily="34" charset="0"/>
              <a:ea typeface="Tahoma" panose="020B0604030504040204" pitchFamily="34" charset="0"/>
              <a:cs typeface="Tahoma" panose="020B0604030504040204" pitchFamily="34" charset="0"/>
            </a:endParaRPr>
          </a:p>
          <a:p>
            <a:r>
              <a:rPr lang="en-IL" sz="800" b="1" dirty="0">
                <a:latin typeface="Tahoma" panose="020B0604030504040204" pitchFamily="34" charset="0"/>
                <a:ea typeface="Tahoma" panose="020B0604030504040204" pitchFamily="34" charset="0"/>
                <a:cs typeface="Tahoma" panose="020B0604030504040204" pitchFamily="34" charset="0"/>
              </a:rPr>
              <a:t>[</a:t>
            </a:r>
            <a:r>
              <a:rPr lang="en-US" sz="800" b="1" dirty="0">
                <a:latin typeface="Tahoma" panose="020B0604030504040204" pitchFamily="34" charset="0"/>
                <a:ea typeface="Tahoma" panose="020B0604030504040204" pitchFamily="34" charset="0"/>
                <a:cs typeface="Tahoma" panose="020B0604030504040204" pitchFamily="34" charset="0"/>
              </a:rPr>
              <a:t>5</a:t>
            </a:r>
            <a:r>
              <a:rPr lang="en-IL" sz="800" b="1" dirty="0">
                <a:latin typeface="Tahoma" panose="020B0604030504040204" pitchFamily="34" charset="0"/>
                <a:ea typeface="Tahoma" panose="020B0604030504040204" pitchFamily="34" charset="0"/>
                <a:cs typeface="Tahoma" panose="020B0604030504040204" pitchFamily="34" charset="0"/>
              </a:rPr>
              <a:t>]</a:t>
            </a:r>
            <a:r>
              <a:rPr lang="en-IL" sz="800" dirty="0">
                <a:latin typeface="Tahoma" panose="020B0604030504040204" pitchFamily="34" charset="0"/>
                <a:ea typeface="Tahoma" panose="020B0604030504040204" pitchFamily="34" charset="0"/>
                <a:cs typeface="Tahoma" panose="020B0604030504040204" pitchFamily="34" charset="0"/>
              </a:rPr>
              <a:t> Cui Y, Shi X, Wang Q, et al. "Artificial intelligence-based prediction model for surgical site infection in metastatic spinal disease: a </a:t>
            </a:r>
            <a:r>
              <a:rPr lang="en-IL" sz="800" dirty="0" err="1">
                <a:latin typeface="Tahoma" panose="020B0604030504040204" pitchFamily="34" charset="0"/>
                <a:ea typeface="Tahoma" panose="020B0604030504040204" pitchFamily="34" charset="0"/>
                <a:cs typeface="Tahoma" panose="020B0604030504040204" pitchFamily="34" charset="0"/>
              </a:rPr>
              <a:t>multicenter</a:t>
            </a:r>
            <a:r>
              <a:rPr lang="en-IL" sz="800" dirty="0">
                <a:latin typeface="Tahoma" panose="020B0604030504040204" pitchFamily="34" charset="0"/>
                <a:ea typeface="Tahoma" panose="020B0604030504040204" pitchFamily="34" charset="0"/>
                <a:cs typeface="Tahoma" panose="020B0604030504040204" pitchFamily="34" charset="0"/>
              </a:rPr>
              <a:t> development and validation study." International Journal of Surgery (2025). </a:t>
            </a:r>
            <a:endParaRPr lang="en-US" sz="800" dirty="0">
              <a:latin typeface="Tahoma" panose="020B0604030504040204" pitchFamily="34" charset="0"/>
              <a:ea typeface="Tahoma" panose="020B0604030504040204" pitchFamily="34" charset="0"/>
              <a:cs typeface="Tahoma" panose="020B0604030504040204" pitchFamily="34" charset="0"/>
            </a:endParaRPr>
          </a:p>
          <a:p>
            <a:r>
              <a:rPr lang="en-IL" sz="800" b="1" dirty="0">
                <a:latin typeface="Tahoma" panose="020B0604030504040204" pitchFamily="34" charset="0"/>
                <a:ea typeface="Tahoma" panose="020B0604030504040204" pitchFamily="34" charset="0"/>
                <a:cs typeface="Tahoma" panose="020B0604030504040204" pitchFamily="34" charset="0"/>
              </a:rPr>
              <a:t>[</a:t>
            </a:r>
            <a:r>
              <a:rPr lang="en-US" sz="800" b="1" dirty="0">
                <a:latin typeface="Tahoma" panose="020B0604030504040204" pitchFamily="34" charset="0"/>
                <a:ea typeface="Tahoma" panose="020B0604030504040204" pitchFamily="34" charset="0"/>
                <a:cs typeface="Tahoma" panose="020B0604030504040204" pitchFamily="34" charset="0"/>
              </a:rPr>
              <a:t>6</a:t>
            </a:r>
            <a:r>
              <a:rPr lang="en-IL" sz="800" b="1" dirty="0">
                <a:latin typeface="Tahoma" panose="020B0604030504040204" pitchFamily="34" charset="0"/>
                <a:ea typeface="Tahoma" panose="020B0604030504040204" pitchFamily="34" charset="0"/>
                <a:cs typeface="Tahoma" panose="020B0604030504040204" pitchFamily="34" charset="0"/>
              </a:rPr>
              <a:t>] </a:t>
            </a:r>
            <a:r>
              <a:rPr lang="en-US" sz="800" dirty="0">
                <a:latin typeface="Tahoma" panose="020B0604030504040204" pitchFamily="34" charset="0"/>
                <a:ea typeface="Tahoma" panose="020B0604030504040204" pitchFamily="34" charset="0"/>
                <a:cs typeface="Tahoma" panose="020B0604030504040204" pitchFamily="34" charset="0"/>
              </a:rPr>
              <a:t>Bonde A, et al. "Assessing the utility of deep neural networks in detecting superficial surgical site infections from free text health record data." Frontiers in Digital Health 5 (2024): 1249835.</a:t>
            </a:r>
          </a:p>
          <a:p>
            <a:r>
              <a:rPr lang="en-US" sz="800" b="1" dirty="0">
                <a:latin typeface="Tahoma" panose="020B0604030504040204" pitchFamily="34" charset="0"/>
                <a:ea typeface="Tahoma" panose="020B0604030504040204" pitchFamily="34" charset="0"/>
                <a:cs typeface="Tahoma" panose="020B0604030504040204" pitchFamily="34" charset="0"/>
              </a:rPr>
              <a:t>[7] </a:t>
            </a:r>
            <a:r>
              <a:rPr lang="en-US" sz="800" dirty="0" err="1">
                <a:latin typeface="Tahoma" panose="020B0604030504040204" pitchFamily="34" charset="0"/>
                <a:ea typeface="Tahoma" panose="020B0604030504040204" pitchFamily="34" charset="0"/>
                <a:cs typeface="Tahoma" panose="020B0604030504040204" pitchFamily="34" charset="0"/>
              </a:rPr>
              <a:t>Verberk</a:t>
            </a:r>
            <a:r>
              <a:rPr lang="en-US" sz="800" dirty="0">
                <a:latin typeface="Tahoma" panose="020B0604030504040204" pitchFamily="34" charset="0"/>
                <a:ea typeface="Tahoma" panose="020B0604030504040204" pitchFamily="34" charset="0"/>
                <a:cs typeface="Tahoma" panose="020B0604030504040204" pitchFamily="34" charset="0"/>
              </a:rPr>
              <a:t> JDM, et al. "The augmented value of using clinical notes in semi-automated surveillance of deep surgical site infections after colorectal surgery." Antimicrobial Resistance &amp; Infection Control 12 (2023): 117.</a:t>
            </a:r>
          </a:p>
          <a:p>
            <a:r>
              <a:rPr lang="en-US" sz="800" b="1" dirty="0">
                <a:latin typeface="Tahoma" panose="020B0604030504040204" pitchFamily="34" charset="0"/>
                <a:ea typeface="Tahoma" panose="020B0604030504040204" pitchFamily="34" charset="0"/>
                <a:cs typeface="Tahoma" panose="020B0604030504040204" pitchFamily="34" charset="0"/>
              </a:rPr>
              <a:t>[8] </a:t>
            </a:r>
            <a:r>
              <a:rPr lang="en-US" sz="800" dirty="0">
                <a:latin typeface="Tahoma" panose="020B0604030504040204" pitchFamily="34" charset="0"/>
                <a:ea typeface="Tahoma" panose="020B0604030504040204" pitchFamily="34" charset="0"/>
                <a:cs typeface="Tahoma" panose="020B0604030504040204" pitchFamily="34" charset="0"/>
              </a:rPr>
              <a:t>Saban M, et al. "Identifying diabetes related-complications in a real-world free-text electronic medical records in Hebrew using natural language processing techniques." Journal of Diabetes Science and Technology 19, no. 4 (2025): 99-–1007.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9F9"/>
        </a:solidFill>
        <a:effectLst/>
      </p:bgPr>
    </p:bg>
    <p:spTree>
      <p:nvGrpSpPr>
        <p:cNvPr id="1" name=""/>
        <p:cNvGrpSpPr/>
        <p:nvPr/>
      </p:nvGrpSpPr>
      <p:grpSpPr>
        <a:xfrm>
          <a:off x="0" y="0"/>
          <a:ext cx="0" cy="0"/>
          <a:chOff x="0" y="0"/>
          <a:chExt cx="0" cy="0"/>
        </a:xfrm>
      </p:grpSpPr>
      <p:sp>
        <p:nvSpPr>
          <p:cNvPr id="2" name="Shape 0"/>
          <p:cNvSpPr/>
          <p:nvPr/>
        </p:nvSpPr>
        <p:spPr>
          <a:xfrm>
            <a:off x="812767" y="579857"/>
            <a:ext cx="10566466" cy="304767"/>
          </a:xfrm>
          <a:prstGeom prst="roundRect">
            <a:avLst>
              <a:gd name="adj" fmla="val 50000"/>
            </a:avLst>
          </a:prstGeom>
          <a:solidFill>
            <a:srgbClr val="E9F6F4"/>
          </a:solidFill>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3" name="Text 1"/>
          <p:cNvSpPr/>
          <p:nvPr/>
        </p:nvSpPr>
        <p:spPr>
          <a:xfrm>
            <a:off x="952467" y="643357"/>
            <a:ext cx="10595678" cy="203167"/>
          </a:xfrm>
          <a:prstGeom prst="rect">
            <a:avLst/>
          </a:prstGeom>
          <a:noFill/>
          <a:ln/>
        </p:spPr>
        <p:txBody>
          <a:bodyPr wrap="square" lIns="0" tIns="0" rIns="0" bIns="0" rtlCol="0" anchor="t">
            <a:normAutofit/>
          </a:bodyPr>
          <a:lstStyle/>
          <a:p>
            <a:pPr marL="0" indent="0" algn="l">
              <a:lnSpc>
                <a:spcPts val="1400"/>
              </a:lnSpc>
              <a:buNone/>
            </a:pPr>
            <a:r>
              <a:rPr lang="en-US" sz="1000" b="1" kern="0" spc="75" dirty="0">
                <a:solidFill>
                  <a:srgbClr val="0F6E69"/>
                </a:solidFill>
                <a:latin typeface="Tahoma" panose="020B0604030504040204" pitchFamily="34" charset="0"/>
                <a:ea typeface="Tahoma" panose="020B0604030504040204" pitchFamily="34" charset="0"/>
                <a:cs typeface="Tahoma" panose="020B0604030504040204" pitchFamily="34" charset="0"/>
              </a:rPr>
              <a:t>FROM THE PROJECT PROPOSAL</a:t>
            </a:r>
            <a:endParaRPr lang="en-US" sz="1000" dirty="0">
              <a:latin typeface="Tahoma" panose="020B0604030504040204" pitchFamily="34" charset="0"/>
              <a:ea typeface="Tahoma" panose="020B0604030504040204" pitchFamily="34" charset="0"/>
              <a:cs typeface="Tahoma" panose="020B0604030504040204" pitchFamily="34" charset="0"/>
            </a:endParaRPr>
          </a:p>
        </p:txBody>
      </p:sp>
      <p:sp>
        <p:nvSpPr>
          <p:cNvPr id="4" name="Text 2"/>
          <p:cNvSpPr/>
          <p:nvPr/>
        </p:nvSpPr>
        <p:spPr>
          <a:xfrm>
            <a:off x="812767" y="1077020"/>
            <a:ext cx="10883460" cy="49272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6313A"/>
                </a:solidFill>
                <a:latin typeface="Tahoma" panose="020B0604030504040204" pitchFamily="34" charset="0"/>
                <a:ea typeface="Tahoma" panose="020B0604030504040204" pitchFamily="34" charset="0"/>
                <a:cs typeface="Tahoma" panose="020B0604030504040204" pitchFamily="34" charset="0"/>
              </a:rPr>
              <a:t>Project goals</a:t>
            </a:r>
            <a:endParaRPr lang="en-US" sz="3200" b="1" dirty="0">
              <a:latin typeface="Tahoma" panose="020B0604030504040204" pitchFamily="34" charset="0"/>
              <a:ea typeface="Tahoma" panose="020B0604030504040204" pitchFamily="34" charset="0"/>
              <a:cs typeface="Tahoma" panose="020B0604030504040204" pitchFamily="34" charset="0"/>
            </a:endParaRPr>
          </a:p>
        </p:txBody>
      </p:sp>
      <p:sp>
        <p:nvSpPr>
          <p:cNvPr id="5" name="Shape 3"/>
          <p:cNvSpPr/>
          <p:nvPr/>
        </p:nvSpPr>
        <p:spPr>
          <a:xfrm>
            <a:off x="812767" y="2569929"/>
            <a:ext cx="10566466" cy="0"/>
          </a:xfrm>
          <a:prstGeom prst="line">
            <a:avLst/>
          </a:prstGeom>
          <a:noFill/>
          <a:ln w="6350">
            <a:solidFill>
              <a:srgbClr val="DCE6E5"/>
            </a:solidFill>
            <a:prstDash val="solid"/>
          </a:ln>
        </p:spPr>
        <p:txBody>
          <a:bodyPr/>
          <a:lstStyle/>
          <a:p>
            <a:endParaRPr lang="en-IL" b="1">
              <a:latin typeface="Tahoma" panose="020B0604030504040204" pitchFamily="34" charset="0"/>
              <a:ea typeface="Tahoma" panose="020B0604030504040204" pitchFamily="34" charset="0"/>
              <a:cs typeface="Tahoma" panose="020B0604030504040204" pitchFamily="34" charset="0"/>
            </a:endParaRPr>
          </a:p>
        </p:txBody>
      </p:sp>
      <p:sp>
        <p:nvSpPr>
          <p:cNvPr id="6" name="Text 4"/>
          <p:cNvSpPr/>
          <p:nvPr/>
        </p:nvSpPr>
        <p:spPr>
          <a:xfrm>
            <a:off x="812767" y="1957342"/>
            <a:ext cx="495300" cy="416487"/>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A8F8A"/>
                </a:solidFill>
                <a:latin typeface="Tahoma" panose="020B0604030504040204" pitchFamily="34" charset="0"/>
                <a:ea typeface="Tahoma" panose="020B0604030504040204" pitchFamily="34" charset="0"/>
                <a:cs typeface="Tahoma" panose="020B0604030504040204" pitchFamily="34" charset="0"/>
              </a:rPr>
              <a:t>1</a:t>
            </a:r>
            <a:endParaRPr lang="en-US" sz="2200" b="1" dirty="0">
              <a:latin typeface="Tahoma" panose="020B0604030504040204" pitchFamily="34" charset="0"/>
              <a:ea typeface="Tahoma" panose="020B0604030504040204" pitchFamily="34" charset="0"/>
              <a:cs typeface="Tahoma" panose="020B0604030504040204" pitchFamily="34" charset="0"/>
            </a:endParaRPr>
          </a:p>
        </p:txBody>
      </p:sp>
      <p:sp>
        <p:nvSpPr>
          <p:cNvPr id="7" name="Text 5"/>
          <p:cNvSpPr/>
          <p:nvPr/>
        </p:nvSpPr>
        <p:spPr>
          <a:xfrm>
            <a:off x="1460417" y="1999339"/>
            <a:ext cx="10216380" cy="558701"/>
          </a:xfrm>
          <a:prstGeom prst="rect">
            <a:avLst/>
          </a:prstGeom>
          <a:noFill/>
          <a:ln/>
        </p:spPr>
        <p:txBody>
          <a:bodyPr wrap="square" lIns="0" tIns="0" rIns="0" bIns="0" rtlCol="0" anchor="t">
            <a:normAutofit/>
          </a:bodyPr>
          <a:lstStyle/>
          <a:p>
            <a:pPr marL="0" indent="0" algn="l">
              <a:lnSpc>
                <a:spcPts val="2100"/>
              </a:lnSpc>
              <a:buNone/>
            </a:pPr>
            <a:r>
              <a:rPr lang="en-US" sz="1600" dirty="0">
                <a:solidFill>
                  <a:srgbClr val="16313A"/>
                </a:solidFill>
                <a:latin typeface="Tahoma" panose="020B0604030504040204" pitchFamily="34" charset="0"/>
                <a:ea typeface="Tahoma" panose="020B0604030504040204" pitchFamily="34" charset="0"/>
                <a:cs typeface="Tahoma" panose="020B0604030504040204" pitchFamily="34" charset="0"/>
              </a:rPr>
              <a:t>Develop a data-driven ML model to predict the risk of SSI during hospitalization.</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8" name="Shape 6"/>
          <p:cNvSpPr/>
          <p:nvPr/>
        </p:nvSpPr>
        <p:spPr>
          <a:xfrm>
            <a:off x="812767" y="3371202"/>
            <a:ext cx="10566466" cy="0"/>
          </a:xfrm>
          <a:prstGeom prst="line">
            <a:avLst/>
          </a:prstGeom>
          <a:noFill/>
          <a:ln w="6350">
            <a:solidFill>
              <a:srgbClr val="DCE6E5"/>
            </a:solidFill>
            <a:prstDash val="solid"/>
          </a:ln>
        </p:spPr>
        <p:txBody>
          <a:bodyPr/>
          <a:lstStyle/>
          <a:p>
            <a:endParaRPr lang="en-IL" b="1">
              <a:latin typeface="Tahoma" panose="020B0604030504040204" pitchFamily="34" charset="0"/>
              <a:ea typeface="Tahoma" panose="020B0604030504040204" pitchFamily="34" charset="0"/>
              <a:cs typeface="Tahoma" panose="020B0604030504040204" pitchFamily="34" charset="0"/>
            </a:endParaRPr>
          </a:p>
        </p:txBody>
      </p:sp>
      <p:sp>
        <p:nvSpPr>
          <p:cNvPr id="9" name="Text 7"/>
          <p:cNvSpPr/>
          <p:nvPr/>
        </p:nvSpPr>
        <p:spPr>
          <a:xfrm>
            <a:off x="812767" y="2803844"/>
            <a:ext cx="495300" cy="416487"/>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A8F8A"/>
                </a:solidFill>
                <a:latin typeface="Tahoma" panose="020B0604030504040204" pitchFamily="34" charset="0"/>
                <a:ea typeface="Tahoma" panose="020B0604030504040204" pitchFamily="34" charset="0"/>
                <a:cs typeface="Tahoma" panose="020B0604030504040204" pitchFamily="34" charset="0"/>
              </a:rPr>
              <a:t>2</a:t>
            </a:r>
            <a:endParaRPr lang="en-US" sz="2200" b="1" dirty="0">
              <a:latin typeface="Tahoma" panose="020B0604030504040204" pitchFamily="34" charset="0"/>
              <a:ea typeface="Tahoma" panose="020B0604030504040204" pitchFamily="34" charset="0"/>
              <a:cs typeface="Tahoma" panose="020B0604030504040204" pitchFamily="34" charset="0"/>
            </a:endParaRPr>
          </a:p>
        </p:txBody>
      </p:sp>
      <p:sp>
        <p:nvSpPr>
          <p:cNvPr id="10" name="Text 8"/>
          <p:cNvSpPr/>
          <p:nvPr/>
        </p:nvSpPr>
        <p:spPr>
          <a:xfrm>
            <a:off x="1460417" y="2866020"/>
            <a:ext cx="9372672" cy="292050"/>
          </a:xfrm>
          <a:prstGeom prst="rect">
            <a:avLst/>
          </a:prstGeom>
          <a:noFill/>
          <a:ln/>
        </p:spPr>
        <p:txBody>
          <a:bodyPr wrap="square" lIns="0" tIns="0" rIns="0" bIns="0" rtlCol="0" anchor="t">
            <a:normAutofit/>
          </a:bodyPr>
          <a:lstStyle/>
          <a:p>
            <a:pPr marL="0" indent="0" algn="l">
              <a:lnSpc>
                <a:spcPts val="2100"/>
              </a:lnSpc>
              <a:buNone/>
            </a:pPr>
            <a:r>
              <a:rPr lang="en-US" sz="1600" dirty="0">
                <a:solidFill>
                  <a:srgbClr val="16313A"/>
                </a:solidFill>
                <a:latin typeface="Tahoma" panose="020B0604030504040204" pitchFamily="34" charset="0"/>
                <a:ea typeface="Tahoma" panose="020B0604030504040204" pitchFamily="34" charset="0"/>
                <a:cs typeface="Tahoma" panose="020B0604030504040204" pitchFamily="34" charset="0"/>
              </a:rPr>
              <a:t>Enable early identification of elevated-risk patients.</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11" name="Shape 9"/>
          <p:cNvSpPr/>
          <p:nvPr/>
        </p:nvSpPr>
        <p:spPr>
          <a:xfrm>
            <a:off x="812767" y="4155305"/>
            <a:ext cx="10566466" cy="0"/>
          </a:xfrm>
          <a:prstGeom prst="line">
            <a:avLst/>
          </a:prstGeom>
          <a:noFill/>
          <a:ln w="6350">
            <a:solidFill>
              <a:srgbClr val="DCE6E5"/>
            </a:solidFill>
            <a:prstDash val="solid"/>
          </a:ln>
        </p:spPr>
        <p:txBody>
          <a:bodyPr/>
          <a:lstStyle/>
          <a:p>
            <a:endParaRPr lang="en-IL" b="1">
              <a:latin typeface="Tahoma" panose="020B0604030504040204" pitchFamily="34" charset="0"/>
              <a:ea typeface="Tahoma" panose="020B0604030504040204" pitchFamily="34" charset="0"/>
              <a:cs typeface="Tahoma" panose="020B0604030504040204" pitchFamily="34" charset="0"/>
            </a:endParaRPr>
          </a:p>
        </p:txBody>
      </p:sp>
      <p:sp>
        <p:nvSpPr>
          <p:cNvPr id="12" name="Text 10"/>
          <p:cNvSpPr/>
          <p:nvPr/>
        </p:nvSpPr>
        <p:spPr>
          <a:xfrm>
            <a:off x="812767" y="3579321"/>
            <a:ext cx="495300" cy="416487"/>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A8F8A"/>
                </a:solidFill>
                <a:latin typeface="Tahoma" panose="020B0604030504040204" pitchFamily="34" charset="0"/>
                <a:ea typeface="Tahoma" panose="020B0604030504040204" pitchFamily="34" charset="0"/>
                <a:cs typeface="Tahoma" panose="020B0604030504040204" pitchFamily="34" charset="0"/>
              </a:rPr>
              <a:t>3</a:t>
            </a:r>
            <a:endParaRPr lang="en-US" sz="2200" b="1" dirty="0">
              <a:latin typeface="Tahoma" panose="020B0604030504040204" pitchFamily="34" charset="0"/>
              <a:ea typeface="Tahoma" panose="020B0604030504040204" pitchFamily="34" charset="0"/>
              <a:cs typeface="Tahoma" panose="020B0604030504040204" pitchFamily="34" charset="0"/>
            </a:endParaRPr>
          </a:p>
        </p:txBody>
      </p:sp>
      <p:sp>
        <p:nvSpPr>
          <p:cNvPr id="13" name="Text 11"/>
          <p:cNvSpPr/>
          <p:nvPr/>
        </p:nvSpPr>
        <p:spPr>
          <a:xfrm>
            <a:off x="1460417" y="3641498"/>
            <a:ext cx="7536819" cy="292050"/>
          </a:xfrm>
          <a:prstGeom prst="rect">
            <a:avLst/>
          </a:prstGeom>
          <a:noFill/>
          <a:ln/>
        </p:spPr>
        <p:txBody>
          <a:bodyPr wrap="square" lIns="0" tIns="0" rIns="0" bIns="0" rtlCol="0" anchor="t">
            <a:normAutofit/>
          </a:bodyPr>
          <a:lstStyle/>
          <a:p>
            <a:pPr marL="0" indent="0" algn="l">
              <a:lnSpc>
                <a:spcPts val="2100"/>
              </a:lnSpc>
              <a:buNone/>
            </a:pPr>
            <a:r>
              <a:rPr lang="en-US" sz="1600" dirty="0">
                <a:solidFill>
                  <a:srgbClr val="16313A"/>
                </a:solidFill>
                <a:latin typeface="Tahoma" panose="020B0604030504040204" pitchFamily="34" charset="0"/>
                <a:ea typeface="Tahoma" panose="020B0604030504040204" pitchFamily="34" charset="0"/>
                <a:cs typeface="Tahoma" panose="020B0604030504040204" pitchFamily="34" charset="0"/>
              </a:rPr>
              <a:t>Identify key variables associated with infection risk.</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14" name="Shape 12"/>
          <p:cNvSpPr/>
          <p:nvPr/>
        </p:nvSpPr>
        <p:spPr>
          <a:xfrm>
            <a:off x="812767" y="4947952"/>
            <a:ext cx="10566466" cy="0"/>
          </a:xfrm>
          <a:prstGeom prst="line">
            <a:avLst/>
          </a:prstGeom>
          <a:noFill/>
          <a:ln w="6350">
            <a:solidFill>
              <a:srgbClr val="DCE6E5"/>
            </a:solidFill>
            <a:prstDash val="solid"/>
          </a:ln>
        </p:spPr>
        <p:txBody>
          <a:bodyPr/>
          <a:lstStyle/>
          <a:p>
            <a:endParaRPr lang="en-IL" b="1">
              <a:latin typeface="Tahoma" panose="020B0604030504040204" pitchFamily="34" charset="0"/>
              <a:ea typeface="Tahoma" panose="020B0604030504040204" pitchFamily="34" charset="0"/>
              <a:cs typeface="Tahoma" panose="020B0604030504040204" pitchFamily="34" charset="0"/>
            </a:endParaRPr>
          </a:p>
        </p:txBody>
      </p:sp>
      <p:sp>
        <p:nvSpPr>
          <p:cNvPr id="15" name="Text 13"/>
          <p:cNvSpPr/>
          <p:nvPr/>
        </p:nvSpPr>
        <p:spPr>
          <a:xfrm>
            <a:off x="812767" y="4354715"/>
            <a:ext cx="495300" cy="416487"/>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A8F8A"/>
                </a:solidFill>
                <a:latin typeface="Tahoma" panose="020B0604030504040204" pitchFamily="34" charset="0"/>
                <a:ea typeface="Tahoma" panose="020B0604030504040204" pitchFamily="34" charset="0"/>
                <a:cs typeface="Tahoma" panose="020B0604030504040204" pitchFamily="34" charset="0"/>
              </a:rPr>
              <a:t>4</a:t>
            </a:r>
            <a:endParaRPr lang="en-US" sz="2200" b="1" dirty="0">
              <a:latin typeface="Tahoma" panose="020B0604030504040204" pitchFamily="34" charset="0"/>
              <a:ea typeface="Tahoma" panose="020B0604030504040204" pitchFamily="34" charset="0"/>
              <a:cs typeface="Tahoma" panose="020B0604030504040204" pitchFamily="34" charset="0"/>
            </a:endParaRPr>
          </a:p>
        </p:txBody>
      </p:sp>
      <p:sp>
        <p:nvSpPr>
          <p:cNvPr id="16" name="Text 14"/>
          <p:cNvSpPr/>
          <p:nvPr/>
        </p:nvSpPr>
        <p:spPr>
          <a:xfrm>
            <a:off x="1460416" y="4371772"/>
            <a:ext cx="6475885" cy="337171"/>
          </a:xfrm>
          <a:prstGeom prst="rect">
            <a:avLst/>
          </a:prstGeom>
          <a:noFill/>
          <a:ln/>
        </p:spPr>
        <p:txBody>
          <a:bodyPr wrap="square" lIns="0" tIns="0" rIns="0" bIns="0" rtlCol="0" anchor="t">
            <a:noAutofit/>
          </a:bodyPr>
          <a:lstStyle/>
          <a:p>
            <a:pPr marL="0" indent="0" algn="l">
              <a:lnSpc>
                <a:spcPts val="2100"/>
              </a:lnSpc>
              <a:buNone/>
            </a:pPr>
            <a:r>
              <a:rPr lang="en-US" sz="1600" dirty="0">
                <a:solidFill>
                  <a:srgbClr val="16313A"/>
                </a:solidFill>
                <a:latin typeface="Tahoma" panose="020B0604030504040204" pitchFamily="34" charset="0"/>
                <a:ea typeface="Tahoma" panose="020B0604030504040204" pitchFamily="34" charset="0"/>
                <a:cs typeface="Tahoma" panose="020B0604030504040204" pitchFamily="34" charset="0"/>
              </a:rPr>
              <a:t>Evaluate the contribution of these variables to prediction performance.</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17" name="Text 15"/>
          <p:cNvSpPr/>
          <p:nvPr/>
        </p:nvSpPr>
        <p:spPr>
          <a:xfrm>
            <a:off x="812767" y="5130110"/>
            <a:ext cx="495300" cy="416487"/>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A8F8A"/>
                </a:solidFill>
                <a:latin typeface="Tahoma" panose="020B0604030504040204" pitchFamily="34" charset="0"/>
                <a:ea typeface="Tahoma" panose="020B0604030504040204" pitchFamily="34" charset="0"/>
                <a:cs typeface="Tahoma" panose="020B0604030504040204" pitchFamily="34" charset="0"/>
              </a:rPr>
              <a:t>5</a:t>
            </a:r>
            <a:endParaRPr lang="en-US" sz="2200" b="1" dirty="0">
              <a:latin typeface="Tahoma" panose="020B0604030504040204" pitchFamily="34" charset="0"/>
              <a:ea typeface="Tahoma" panose="020B0604030504040204" pitchFamily="34" charset="0"/>
              <a:cs typeface="Tahoma" panose="020B0604030504040204" pitchFamily="34" charset="0"/>
            </a:endParaRPr>
          </a:p>
        </p:txBody>
      </p:sp>
      <p:sp>
        <p:nvSpPr>
          <p:cNvPr id="18" name="Text 16"/>
          <p:cNvSpPr/>
          <p:nvPr/>
        </p:nvSpPr>
        <p:spPr>
          <a:xfrm>
            <a:off x="1460417" y="5192287"/>
            <a:ext cx="9554154" cy="292050"/>
          </a:xfrm>
          <a:prstGeom prst="rect">
            <a:avLst/>
          </a:prstGeom>
          <a:noFill/>
          <a:ln/>
        </p:spPr>
        <p:txBody>
          <a:bodyPr wrap="square" lIns="0" tIns="0" rIns="0" bIns="0" rtlCol="0" anchor="t">
            <a:normAutofit fontScale="92500"/>
          </a:bodyPr>
          <a:lstStyle/>
          <a:p>
            <a:pPr marL="0" indent="0" algn="l">
              <a:lnSpc>
                <a:spcPts val="2100"/>
              </a:lnSpc>
              <a:buNone/>
            </a:pPr>
            <a:r>
              <a:rPr lang="en-US" sz="1600" dirty="0">
                <a:solidFill>
                  <a:srgbClr val="16313A"/>
                </a:solidFill>
                <a:latin typeface="Tahoma" panose="020B0604030504040204" pitchFamily="34" charset="0"/>
                <a:ea typeface="Tahoma" panose="020B0604030504040204" pitchFamily="34" charset="0"/>
                <a:cs typeface="Tahoma" panose="020B0604030504040204" pitchFamily="34" charset="0"/>
              </a:rPr>
              <a:t>Compare the performance of different predictive models and select the most accurate and reliable approach.</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19" name="Text 17"/>
          <p:cNvSpPr/>
          <p:nvPr/>
        </p:nvSpPr>
        <p:spPr>
          <a:xfrm>
            <a:off x="406383" y="6289145"/>
            <a:ext cx="23369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FA3A6"/>
                </a:solidFill>
                <a:latin typeface="Tahoma" panose="020B0604030504040204" pitchFamily="34" charset="0"/>
                <a:ea typeface="Tahoma" panose="020B0604030504040204" pitchFamily="34" charset="0"/>
                <a:cs typeface="Tahoma" panose="020B0604030504040204" pitchFamily="34" charset="0"/>
              </a:rPr>
              <a:t>04</a:t>
            </a:r>
            <a:endParaRPr lang="en-US" sz="1200" b="1" dirty="0">
              <a:latin typeface="Tahoma" panose="020B0604030504040204" pitchFamily="34" charset="0"/>
              <a:ea typeface="Tahoma" panose="020B0604030504040204" pitchFamily="34" charset="0"/>
              <a:cs typeface="Tahoma" panose="020B0604030504040204" pitchFamily="34" charset="0"/>
            </a:endParaRPr>
          </a:p>
        </p:txBody>
      </p:sp>
      <p:sp>
        <p:nvSpPr>
          <p:cNvPr id="22" name="Shape 15">
            <a:extLst>
              <a:ext uri="{FF2B5EF4-FFF2-40B4-BE49-F238E27FC236}">
                <a16:creationId xmlns:a16="http://schemas.microsoft.com/office/drawing/2014/main" id="{4724CBB5-47E0-1009-0BA6-7B21AA5E1C83}"/>
              </a:ext>
            </a:extLst>
          </p:cNvPr>
          <p:cNvSpPr/>
          <p:nvPr/>
        </p:nvSpPr>
        <p:spPr>
          <a:xfrm>
            <a:off x="2236621" y="5908356"/>
            <a:ext cx="7718758" cy="383430"/>
          </a:xfrm>
          <a:prstGeom prst="roundRect">
            <a:avLst>
              <a:gd name="adj" fmla="val 10813"/>
            </a:avLst>
          </a:prstGeom>
          <a:solidFill>
            <a:srgbClr val="E9F6F4"/>
          </a:solidFill>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21" name="TextBox 20">
            <a:extLst>
              <a:ext uri="{FF2B5EF4-FFF2-40B4-BE49-F238E27FC236}">
                <a16:creationId xmlns:a16="http://schemas.microsoft.com/office/drawing/2014/main" id="{6DC1D1F9-534C-27A4-04C0-A15C28C1ED32}"/>
              </a:ext>
            </a:extLst>
          </p:cNvPr>
          <p:cNvSpPr txBox="1"/>
          <p:nvPr/>
        </p:nvSpPr>
        <p:spPr>
          <a:xfrm>
            <a:off x="3184869" y="5950838"/>
            <a:ext cx="5941874" cy="307777"/>
          </a:xfrm>
          <a:prstGeom prst="rect">
            <a:avLst/>
          </a:prstGeom>
          <a:noFill/>
        </p:spPr>
        <p:txBody>
          <a:bodyPr wrap="square">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 </a:t>
            </a:r>
            <a:r>
              <a:rPr lang="en-IL" sz="1400" b="1" dirty="0">
                <a:latin typeface="Tahoma" panose="020B0604030504040204" pitchFamily="34" charset="0"/>
                <a:ea typeface="Tahoma" panose="020B0604030504040204" pitchFamily="34" charset="0"/>
                <a:cs typeface="Tahoma" panose="020B0604030504040204" pitchFamily="34" charset="0"/>
              </a:rPr>
              <a:t>Final scope: postoperative SSI prediction at the end of surgery.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9F9"/>
        </a:solidFill>
        <a:effectLst/>
      </p:bgPr>
    </p:bg>
    <p:spTree>
      <p:nvGrpSpPr>
        <p:cNvPr id="1" name=""/>
        <p:cNvGrpSpPr/>
        <p:nvPr/>
      </p:nvGrpSpPr>
      <p:grpSpPr>
        <a:xfrm>
          <a:off x="0" y="0"/>
          <a:ext cx="0" cy="0"/>
          <a:chOff x="0" y="0"/>
          <a:chExt cx="0" cy="0"/>
        </a:xfrm>
      </p:grpSpPr>
      <p:sp>
        <p:nvSpPr>
          <p:cNvPr id="2" name="Text 0"/>
          <p:cNvSpPr/>
          <p:nvPr/>
        </p:nvSpPr>
        <p:spPr>
          <a:xfrm>
            <a:off x="406383" y="6289145"/>
            <a:ext cx="23369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3A6"/>
                </a:solidFill>
                <a:latin typeface="Tahoma" panose="020B0604030504040204" pitchFamily="34" charset="0"/>
                <a:ea typeface="Tahoma" panose="020B0604030504040204" pitchFamily="34" charset="0"/>
                <a:cs typeface="Tahoma" panose="020B0604030504040204" pitchFamily="34" charset="0"/>
              </a:rPr>
              <a:t>05</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3" name="Shape 1"/>
          <p:cNvSpPr/>
          <p:nvPr/>
        </p:nvSpPr>
        <p:spPr>
          <a:xfrm>
            <a:off x="812767" y="635000"/>
            <a:ext cx="10566383" cy="304767"/>
          </a:xfrm>
          <a:prstGeom prst="roundRect">
            <a:avLst>
              <a:gd name="adj" fmla="val 50000"/>
            </a:avLst>
          </a:prstGeom>
          <a:solidFill>
            <a:srgbClr val="E9F6F4"/>
          </a:solidFill>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4" name="Text 2"/>
          <p:cNvSpPr/>
          <p:nvPr/>
        </p:nvSpPr>
        <p:spPr>
          <a:xfrm>
            <a:off x="952467" y="698500"/>
            <a:ext cx="10595592" cy="203167"/>
          </a:xfrm>
          <a:prstGeom prst="rect">
            <a:avLst/>
          </a:prstGeom>
          <a:noFill/>
          <a:ln/>
        </p:spPr>
        <p:txBody>
          <a:bodyPr wrap="square" lIns="0" tIns="0" rIns="0" bIns="0" rtlCol="0" anchor="t">
            <a:normAutofit/>
          </a:bodyPr>
          <a:lstStyle/>
          <a:p>
            <a:pPr marL="0" indent="0" algn="l">
              <a:lnSpc>
                <a:spcPts val="1400"/>
              </a:lnSpc>
              <a:buNone/>
            </a:pPr>
            <a:r>
              <a:rPr lang="en-US" sz="1000" b="1" kern="0" spc="75" dirty="0">
                <a:solidFill>
                  <a:srgbClr val="0F6E69"/>
                </a:solidFill>
                <a:latin typeface="Tahoma" panose="020B0604030504040204" pitchFamily="34" charset="0"/>
                <a:ea typeface="Tahoma" panose="020B0604030504040204" pitchFamily="34" charset="0"/>
                <a:cs typeface="Tahoma" panose="020B0604030504040204" pitchFamily="34" charset="0"/>
              </a:rPr>
              <a:t>DATA</a:t>
            </a:r>
            <a:endParaRPr lang="en-US" sz="1000" dirty="0">
              <a:latin typeface="Tahoma" panose="020B0604030504040204" pitchFamily="34" charset="0"/>
              <a:ea typeface="Tahoma" panose="020B0604030504040204" pitchFamily="34" charset="0"/>
              <a:cs typeface="Tahoma" panose="020B0604030504040204" pitchFamily="34" charset="0"/>
            </a:endParaRPr>
          </a:p>
        </p:txBody>
      </p:sp>
      <p:sp>
        <p:nvSpPr>
          <p:cNvPr id="5" name="Text 3"/>
          <p:cNvSpPr/>
          <p:nvPr/>
        </p:nvSpPr>
        <p:spPr>
          <a:xfrm>
            <a:off x="812767" y="1015916"/>
            <a:ext cx="10883374" cy="448899"/>
          </a:xfrm>
          <a:prstGeom prst="rect">
            <a:avLst/>
          </a:prstGeom>
          <a:noFill/>
          <a:ln/>
        </p:spPr>
        <p:txBody>
          <a:bodyPr wrap="square" lIns="0" tIns="0" rIns="0" bIns="0" rtlCol="0" anchor="t">
            <a:normAutofit/>
          </a:bodyPr>
          <a:lstStyle/>
          <a:p>
            <a:pPr marL="0" indent="0" algn="l">
              <a:lnSpc>
                <a:spcPts val="3335"/>
              </a:lnSpc>
              <a:buNone/>
            </a:pPr>
            <a:r>
              <a:rPr lang="en-US" sz="2800" b="1" dirty="0">
                <a:solidFill>
                  <a:srgbClr val="16313A"/>
                </a:solidFill>
                <a:latin typeface="Tahoma" panose="020B0604030504040204" pitchFamily="34" charset="0"/>
                <a:ea typeface="Tahoma" panose="020B0604030504040204" pitchFamily="34" charset="0"/>
                <a:cs typeface="Tahoma" panose="020B0604030504040204" pitchFamily="34" charset="0"/>
              </a:rPr>
              <a:t>The data: Assuta Ramat HaHayal EHR</a:t>
            </a:r>
            <a:endParaRPr lang="en-US" sz="2800" b="1" dirty="0">
              <a:latin typeface="Tahoma" panose="020B0604030504040204" pitchFamily="34" charset="0"/>
              <a:ea typeface="Tahoma" panose="020B0604030504040204" pitchFamily="34" charset="0"/>
              <a:cs typeface="Tahoma" panose="020B0604030504040204" pitchFamily="34" charset="0"/>
            </a:endParaRPr>
          </a:p>
        </p:txBody>
      </p:sp>
      <p:sp>
        <p:nvSpPr>
          <p:cNvPr id="6" name="Shape 4"/>
          <p:cNvSpPr/>
          <p:nvPr/>
        </p:nvSpPr>
        <p:spPr>
          <a:xfrm>
            <a:off x="815942" y="1735477"/>
            <a:ext cx="3443072" cy="838167"/>
          </a:xfrm>
          <a:prstGeom prst="roundRect">
            <a:avLst>
              <a:gd name="adj" fmla="val 8712"/>
            </a:avLst>
          </a:prstGeom>
          <a:solidFill>
            <a:srgbClr val="FFFFFF"/>
          </a:solidFill>
          <a:ln w="6350">
            <a:solidFill>
              <a:srgbClr val="DCE6E5"/>
            </a:solidFill>
            <a:prstDash val="solid"/>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7" name="Text 5"/>
          <p:cNvSpPr/>
          <p:nvPr/>
        </p:nvSpPr>
        <p:spPr>
          <a:xfrm>
            <a:off x="1091209" y="1968610"/>
            <a:ext cx="1159912" cy="452861"/>
          </a:xfrm>
          <a:prstGeom prst="rect">
            <a:avLst/>
          </a:prstGeom>
          <a:noFill/>
          <a:ln/>
        </p:spPr>
        <p:txBody>
          <a:bodyPr wrap="square" lIns="0" tIns="0" rIns="0" bIns="0" rtlCol="0" anchor="t">
            <a:normAutofit/>
          </a:bodyPr>
          <a:lstStyle/>
          <a:p>
            <a:pPr marL="0" indent="0" algn="l">
              <a:lnSpc>
                <a:spcPts val="2520"/>
              </a:lnSpc>
              <a:buNone/>
            </a:pPr>
            <a:r>
              <a:rPr lang="en-US" sz="2200" b="1" dirty="0">
                <a:solidFill>
                  <a:srgbClr val="16313A"/>
                </a:solidFill>
                <a:latin typeface="Tahoma" panose="020B0604030504040204" pitchFamily="34" charset="0"/>
                <a:ea typeface="Tahoma" panose="020B0604030504040204" pitchFamily="34" charset="0"/>
                <a:cs typeface="Tahoma" panose="020B0604030504040204" pitchFamily="34" charset="0"/>
              </a:rPr>
              <a:t>35,925</a:t>
            </a:r>
            <a:endParaRPr 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8" name="Text 6"/>
          <p:cNvSpPr/>
          <p:nvPr/>
        </p:nvSpPr>
        <p:spPr>
          <a:xfrm>
            <a:off x="2369460" y="2045930"/>
            <a:ext cx="1650447" cy="401419"/>
          </a:xfrm>
          <a:prstGeom prst="rect">
            <a:avLst/>
          </a:prstGeom>
          <a:noFill/>
          <a:ln/>
        </p:spPr>
        <p:txBody>
          <a:bodyPr wrap="square" lIns="0" tIns="0" rIns="0" bIns="0" rtlCol="0" anchor="t">
            <a:normAutofit/>
          </a:bodyPr>
          <a:lstStyle/>
          <a:p>
            <a:pPr marL="0" indent="0" algn="l">
              <a:lnSpc>
                <a:spcPts val="1495"/>
              </a:lnSpc>
              <a:buNone/>
            </a:pPr>
            <a:r>
              <a:rPr lang="en-US" dirty="0">
                <a:latin typeface="Tahoma" panose="020B0604030504040204" pitchFamily="34" charset="0"/>
                <a:ea typeface="Tahoma" panose="020B0604030504040204" pitchFamily="34" charset="0"/>
                <a:cs typeface="Tahoma" panose="020B0604030504040204" pitchFamily="34" charset="0"/>
              </a:rPr>
              <a:t>surgical events</a:t>
            </a:r>
          </a:p>
        </p:txBody>
      </p:sp>
      <p:sp>
        <p:nvSpPr>
          <p:cNvPr id="9" name="Shape 7"/>
          <p:cNvSpPr/>
          <p:nvPr/>
        </p:nvSpPr>
        <p:spPr>
          <a:xfrm>
            <a:off x="4376456" y="1732302"/>
            <a:ext cx="3438922" cy="813907"/>
          </a:xfrm>
          <a:prstGeom prst="roundRect">
            <a:avLst>
              <a:gd name="adj" fmla="val 9023"/>
            </a:avLst>
          </a:prstGeom>
          <a:solidFill>
            <a:srgbClr val="1C5762"/>
          </a:solidFill>
          <a:ln/>
        </p:spPr>
        <p:txBody>
          <a:bodyPr/>
          <a:lstStyle/>
          <a:p>
            <a:endParaRPr lang="en-IL" dirty="0">
              <a:latin typeface="Tahoma" panose="020B0604030504040204" pitchFamily="34" charset="0"/>
              <a:ea typeface="Tahoma" panose="020B0604030504040204" pitchFamily="34" charset="0"/>
              <a:cs typeface="Tahoma" panose="020B0604030504040204" pitchFamily="34" charset="0"/>
            </a:endParaRPr>
          </a:p>
        </p:txBody>
      </p:sp>
      <p:sp>
        <p:nvSpPr>
          <p:cNvPr id="10" name="Text 8"/>
          <p:cNvSpPr/>
          <p:nvPr/>
        </p:nvSpPr>
        <p:spPr>
          <a:xfrm>
            <a:off x="4563343" y="1963892"/>
            <a:ext cx="1613170" cy="404912"/>
          </a:xfrm>
          <a:prstGeom prst="rect">
            <a:avLst/>
          </a:prstGeom>
          <a:noFill/>
          <a:ln/>
        </p:spPr>
        <p:txBody>
          <a:bodyPr wrap="square" lIns="0" tIns="0" rIns="0" bIns="0" rtlCol="0" anchor="t">
            <a:normAutofit/>
          </a:bodyPr>
          <a:lstStyle/>
          <a:p>
            <a:pPr marL="0" indent="0" algn="l">
              <a:lnSpc>
                <a:spcPts val="2520"/>
              </a:lnSpc>
              <a:buNone/>
            </a:pPr>
            <a:r>
              <a:rPr lang="en-US" sz="2000" b="1" dirty="0">
                <a:solidFill>
                  <a:schemeClr val="bg1"/>
                </a:solidFill>
                <a:latin typeface="Tahoma" panose="020B0604030504040204" pitchFamily="34" charset="0"/>
                <a:ea typeface="Tahoma" panose="020B0604030504040204" pitchFamily="34" charset="0"/>
                <a:cs typeface="Tahoma" panose="020B0604030504040204" pitchFamily="34" charset="0"/>
              </a:rPr>
              <a:t>141 · 0.39%</a:t>
            </a:r>
            <a:endParaRPr lang="en-US" sz="20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11" name="Text 9"/>
          <p:cNvSpPr/>
          <p:nvPr/>
        </p:nvSpPr>
        <p:spPr>
          <a:xfrm>
            <a:off x="5943275" y="2042437"/>
            <a:ext cx="1984548" cy="404912"/>
          </a:xfrm>
          <a:prstGeom prst="rect">
            <a:avLst/>
          </a:prstGeom>
          <a:noFill/>
          <a:ln/>
        </p:spPr>
        <p:txBody>
          <a:bodyPr wrap="square" lIns="0" tIns="0" rIns="0" bIns="0" rtlCol="0" anchor="t">
            <a:normAutofit/>
          </a:bodyPr>
          <a:lstStyle/>
          <a:p>
            <a:pPr marL="0" indent="0" algn="ctr">
              <a:lnSpc>
                <a:spcPts val="1495"/>
              </a:lnSpc>
              <a:buNone/>
            </a:pP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Positive SSI</a:t>
            </a:r>
          </a:p>
        </p:txBody>
      </p:sp>
      <p:sp>
        <p:nvSpPr>
          <p:cNvPr id="12" name="Shape 10"/>
          <p:cNvSpPr/>
          <p:nvPr/>
        </p:nvSpPr>
        <p:spPr>
          <a:xfrm>
            <a:off x="7932820" y="1709599"/>
            <a:ext cx="3443155" cy="838167"/>
          </a:xfrm>
          <a:prstGeom prst="roundRect">
            <a:avLst>
              <a:gd name="adj" fmla="val 8712"/>
            </a:avLst>
          </a:prstGeom>
          <a:solidFill>
            <a:srgbClr val="FFFFFF"/>
          </a:solidFill>
          <a:ln w="6350">
            <a:solidFill>
              <a:srgbClr val="DCE6E5"/>
            </a:solidFill>
            <a:prstDash val="solid"/>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13" name="Text 11"/>
          <p:cNvSpPr/>
          <p:nvPr/>
        </p:nvSpPr>
        <p:spPr>
          <a:xfrm>
            <a:off x="8087320" y="1968610"/>
            <a:ext cx="1407322" cy="400194"/>
          </a:xfrm>
          <a:prstGeom prst="rect">
            <a:avLst/>
          </a:prstGeom>
          <a:noFill/>
          <a:ln/>
        </p:spPr>
        <p:txBody>
          <a:bodyPr wrap="square" lIns="0" tIns="0" rIns="0" bIns="0" rtlCol="0" anchor="t">
            <a:normAutofit/>
          </a:bodyPr>
          <a:lstStyle/>
          <a:p>
            <a:pPr marL="0" indent="0" algn="l">
              <a:lnSpc>
                <a:spcPts val="2520"/>
              </a:lnSpc>
              <a:buNone/>
            </a:pPr>
            <a:r>
              <a:rPr lang="en-US" sz="2200" b="1" dirty="0">
                <a:solidFill>
                  <a:srgbClr val="16313A"/>
                </a:solidFill>
                <a:latin typeface="Tahoma" panose="020B0604030504040204" pitchFamily="34" charset="0"/>
                <a:ea typeface="Tahoma" panose="020B0604030504040204" pitchFamily="34" charset="0"/>
                <a:cs typeface="Tahoma" panose="020B0604030504040204" pitchFamily="34" charset="0"/>
              </a:rPr>
              <a:t>244 → 97</a:t>
            </a:r>
            <a:endParaRPr 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14" name="Text 12"/>
          <p:cNvSpPr/>
          <p:nvPr/>
        </p:nvSpPr>
        <p:spPr>
          <a:xfrm>
            <a:off x="9654397" y="1968610"/>
            <a:ext cx="1574046" cy="513225"/>
          </a:xfrm>
          <a:prstGeom prst="rect">
            <a:avLst/>
          </a:prstGeom>
          <a:noFill/>
          <a:ln/>
        </p:spPr>
        <p:txBody>
          <a:bodyPr wrap="square" lIns="0" tIns="0" rIns="0" bIns="0" rtlCol="0" anchor="t">
            <a:normAutofit/>
          </a:bodyPr>
          <a:lstStyle/>
          <a:p>
            <a:pPr marL="0" indent="0" algn="l">
              <a:lnSpc>
                <a:spcPts val="1495"/>
              </a:lnSpc>
              <a:buNone/>
            </a:pPr>
            <a:r>
              <a:rPr lang="en-US" dirty="0">
                <a:latin typeface="Tahoma" panose="020B0604030504040204" pitchFamily="34" charset="0"/>
                <a:ea typeface="Tahoma" panose="020B0604030504040204" pitchFamily="34" charset="0"/>
                <a:cs typeface="Tahoma" panose="020B0604030504040204" pitchFamily="34" charset="0"/>
              </a:rPr>
              <a:t>Columns</a:t>
            </a:r>
            <a:r>
              <a:rPr lang="en-US" sz="1100" dirty="0">
                <a:solidFill>
                  <a:srgbClr val="55676C"/>
                </a:solidFill>
                <a:latin typeface="Tahoma" panose="020B0604030504040204" pitchFamily="34" charset="0"/>
                <a:ea typeface="Tahoma" panose="020B0604030504040204" pitchFamily="34" charset="0"/>
                <a:cs typeface="Tahoma" panose="020B0604030504040204" pitchFamily="34" charset="0"/>
              </a:rPr>
              <a:t> </a:t>
            </a:r>
            <a:r>
              <a:rPr lang="en-US" dirty="0">
                <a:latin typeface="Tahoma" panose="020B0604030504040204" pitchFamily="34" charset="0"/>
                <a:ea typeface="Tahoma" panose="020B0604030504040204" pitchFamily="34" charset="0"/>
                <a:cs typeface="Tahoma" panose="020B0604030504040204" pitchFamily="34" charset="0"/>
              </a:rPr>
              <a:t>after</a:t>
            </a:r>
            <a:br>
              <a:rPr lang="en-US" dirty="0">
                <a:latin typeface="Tahoma" panose="020B0604030504040204" pitchFamily="34" charset="0"/>
                <a:ea typeface="Tahoma" panose="020B0604030504040204" pitchFamily="34" charset="0"/>
                <a:cs typeface="Tahoma" panose="020B0604030504040204" pitchFamily="34" charset="0"/>
              </a:rPr>
            </a:br>
            <a:r>
              <a:rPr lang="en-US" dirty="0">
                <a:latin typeface="Tahoma" panose="020B0604030504040204" pitchFamily="34" charset="0"/>
                <a:ea typeface="Tahoma" panose="020B0604030504040204" pitchFamily="34" charset="0"/>
                <a:cs typeface="Tahoma" panose="020B0604030504040204" pitchFamily="34" charset="0"/>
              </a:rPr>
              <a:t>cleaning</a:t>
            </a:r>
          </a:p>
        </p:txBody>
      </p:sp>
      <p:sp>
        <p:nvSpPr>
          <p:cNvPr id="16" name="Shape 14"/>
          <p:cNvSpPr/>
          <p:nvPr/>
        </p:nvSpPr>
        <p:spPr>
          <a:xfrm>
            <a:off x="543464" y="2838728"/>
            <a:ext cx="7367131" cy="3338024"/>
          </a:xfrm>
          <a:prstGeom prst="roundRect">
            <a:avLst>
              <a:gd name="adj" fmla="val 2711"/>
            </a:avLst>
          </a:prstGeom>
          <a:solidFill>
            <a:srgbClr val="FFFFFF"/>
          </a:solidFill>
          <a:ln w="6350">
            <a:solidFill>
              <a:srgbClr val="DCE6E5"/>
            </a:solidFill>
            <a:prstDash val="solid"/>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17" name="Text 15"/>
          <p:cNvSpPr/>
          <p:nvPr/>
        </p:nvSpPr>
        <p:spPr>
          <a:xfrm>
            <a:off x="702013" y="2993231"/>
            <a:ext cx="7257651" cy="235928"/>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A8F8A"/>
                </a:solidFill>
                <a:latin typeface="Tahoma" panose="020B0604030504040204" pitchFamily="34" charset="0"/>
                <a:ea typeface="Tahoma" panose="020B0604030504040204" pitchFamily="34" charset="0"/>
                <a:cs typeface="Tahoma" panose="020B0604030504040204" pitchFamily="34" charset="0"/>
              </a:rPr>
              <a:t>Figure 2- the outcome is very rare</a:t>
            </a:r>
            <a:endParaRPr lang="en-US" sz="1300" dirty="0">
              <a:latin typeface="Tahoma" panose="020B0604030504040204" pitchFamily="34" charset="0"/>
              <a:ea typeface="Tahoma" panose="020B0604030504040204" pitchFamily="34" charset="0"/>
              <a:cs typeface="Tahoma" panose="020B0604030504040204" pitchFamily="34" charset="0"/>
            </a:endParaRPr>
          </a:p>
        </p:txBody>
      </p:sp>
      <p:pic>
        <p:nvPicPr>
          <p:cNvPr id="18" name="Image 0" descr="Bar charts of target counts and percentages showing 35,925 negative cases against 141 positive cases"/>
          <p:cNvPicPr>
            <a:picLocks noChangeAspect="1"/>
          </p:cNvPicPr>
          <p:nvPr/>
        </p:nvPicPr>
        <p:blipFill>
          <a:blip r:embed="rId3"/>
          <a:srcRect/>
          <a:stretch/>
        </p:blipFill>
        <p:spPr>
          <a:xfrm>
            <a:off x="595812" y="3254836"/>
            <a:ext cx="7115717" cy="2735706"/>
          </a:xfrm>
          <a:prstGeom prst="rect">
            <a:avLst/>
          </a:prstGeom>
        </p:spPr>
      </p:pic>
      <p:sp>
        <p:nvSpPr>
          <p:cNvPr id="19" name="Shape 16"/>
          <p:cNvSpPr/>
          <p:nvPr/>
        </p:nvSpPr>
        <p:spPr>
          <a:xfrm>
            <a:off x="7985220" y="2838728"/>
            <a:ext cx="3883708" cy="3338024"/>
          </a:xfrm>
          <a:prstGeom prst="roundRect">
            <a:avLst>
              <a:gd name="adj" fmla="val 2711"/>
            </a:avLst>
          </a:prstGeom>
          <a:solidFill>
            <a:srgbClr val="FFFFFF"/>
          </a:solidFill>
          <a:ln w="6350">
            <a:solidFill>
              <a:srgbClr val="DCE6E5"/>
            </a:solidFill>
            <a:prstDash val="solid"/>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20" name="Text 17"/>
          <p:cNvSpPr/>
          <p:nvPr/>
        </p:nvSpPr>
        <p:spPr>
          <a:xfrm>
            <a:off x="8147634" y="2993231"/>
            <a:ext cx="3669726" cy="235928"/>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A8F8A"/>
                </a:solidFill>
                <a:latin typeface="Tahoma" panose="020B0604030504040204" pitchFamily="34" charset="0"/>
                <a:ea typeface="Tahoma" panose="020B0604030504040204" pitchFamily="34" charset="0"/>
                <a:cs typeface="Tahoma" panose="020B0604030504040204" pitchFamily="34" charset="0"/>
              </a:rPr>
              <a:t>Figure 3- missingness by feature group</a:t>
            </a:r>
            <a:endParaRPr lang="en-US" sz="1300" dirty="0">
              <a:latin typeface="Tahoma" panose="020B0604030504040204" pitchFamily="34" charset="0"/>
              <a:ea typeface="Tahoma" panose="020B0604030504040204" pitchFamily="34" charset="0"/>
              <a:cs typeface="Tahoma" panose="020B0604030504040204" pitchFamily="34" charset="0"/>
            </a:endParaRPr>
          </a:p>
        </p:txBody>
      </p:sp>
      <p:pic>
        <p:nvPicPr>
          <p:cNvPr id="21" name="Image 1" descr="Horizontal bar chart of missingness percentage by clinical feature group, from culture fields near 100 percent to primary procedure near 6 percent"/>
          <p:cNvPicPr>
            <a:picLocks noChangeAspect="1"/>
          </p:cNvPicPr>
          <p:nvPr/>
        </p:nvPicPr>
        <p:blipFill>
          <a:blip r:embed="rId4"/>
          <a:srcRect l="-1241" r="-1241"/>
          <a:stretch/>
        </p:blipFill>
        <p:spPr>
          <a:xfrm>
            <a:off x="7917560" y="3254672"/>
            <a:ext cx="3954708" cy="290231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9F9"/>
        </a:solidFill>
        <a:effectLst/>
      </p:bgPr>
    </p:bg>
    <p:spTree>
      <p:nvGrpSpPr>
        <p:cNvPr id="1" name=""/>
        <p:cNvGrpSpPr/>
        <p:nvPr/>
      </p:nvGrpSpPr>
      <p:grpSpPr>
        <a:xfrm>
          <a:off x="0" y="0"/>
          <a:ext cx="0" cy="0"/>
          <a:chOff x="0" y="0"/>
          <a:chExt cx="0" cy="0"/>
        </a:xfrm>
      </p:grpSpPr>
      <p:sp>
        <p:nvSpPr>
          <p:cNvPr id="2" name="Shape 0"/>
          <p:cNvSpPr/>
          <p:nvPr/>
        </p:nvSpPr>
        <p:spPr>
          <a:xfrm>
            <a:off x="812767" y="700626"/>
            <a:ext cx="10566466" cy="304767"/>
          </a:xfrm>
          <a:prstGeom prst="roundRect">
            <a:avLst>
              <a:gd name="adj" fmla="val 50000"/>
            </a:avLst>
          </a:prstGeom>
          <a:solidFill>
            <a:srgbClr val="E9F6F4"/>
          </a:solidFill>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3" name="Text 1"/>
          <p:cNvSpPr/>
          <p:nvPr/>
        </p:nvSpPr>
        <p:spPr>
          <a:xfrm>
            <a:off x="952467" y="764126"/>
            <a:ext cx="10595678" cy="203167"/>
          </a:xfrm>
          <a:prstGeom prst="rect">
            <a:avLst/>
          </a:prstGeom>
          <a:noFill/>
          <a:ln/>
        </p:spPr>
        <p:txBody>
          <a:bodyPr wrap="square" lIns="0" tIns="0" rIns="0" bIns="0" rtlCol="0" anchor="t">
            <a:normAutofit/>
          </a:bodyPr>
          <a:lstStyle/>
          <a:p>
            <a:pPr marL="0" indent="0" algn="l">
              <a:lnSpc>
                <a:spcPts val="1400"/>
              </a:lnSpc>
              <a:buNone/>
            </a:pPr>
            <a:r>
              <a:rPr lang="en-US" sz="1000" b="1" kern="0" spc="75" dirty="0">
                <a:solidFill>
                  <a:srgbClr val="0F6E69"/>
                </a:solidFill>
                <a:latin typeface="Tahoma" panose="020B0604030504040204" pitchFamily="34" charset="0"/>
                <a:ea typeface="Tahoma" panose="020B0604030504040204" pitchFamily="34" charset="0"/>
                <a:cs typeface="Tahoma" panose="020B0604030504040204" pitchFamily="34" charset="0"/>
              </a:rPr>
              <a:t>METHOD</a:t>
            </a:r>
            <a:endParaRPr lang="en-US" sz="1000" dirty="0">
              <a:latin typeface="Tahoma" panose="020B0604030504040204" pitchFamily="34" charset="0"/>
              <a:ea typeface="Tahoma" panose="020B0604030504040204" pitchFamily="34" charset="0"/>
              <a:cs typeface="Tahoma" panose="020B0604030504040204" pitchFamily="34" charset="0"/>
            </a:endParaRPr>
          </a:p>
        </p:txBody>
      </p:sp>
      <p:sp>
        <p:nvSpPr>
          <p:cNvPr id="4" name="Text 2"/>
          <p:cNvSpPr/>
          <p:nvPr/>
        </p:nvSpPr>
        <p:spPr>
          <a:xfrm>
            <a:off x="812767" y="1154658"/>
            <a:ext cx="10883460" cy="463533"/>
          </a:xfrm>
          <a:prstGeom prst="rect">
            <a:avLst/>
          </a:prstGeom>
          <a:noFill/>
          <a:ln/>
        </p:spPr>
        <p:txBody>
          <a:bodyPr wrap="square" lIns="0" tIns="0" rIns="0" bIns="0" rtlCol="0" anchor="t">
            <a:normAutofit/>
          </a:bodyPr>
          <a:lstStyle/>
          <a:p>
            <a:pPr marL="0" indent="0" algn="l">
              <a:lnSpc>
                <a:spcPts val="3450"/>
              </a:lnSpc>
              <a:buNone/>
            </a:pPr>
            <a:r>
              <a:rPr lang="en-US" sz="3000" b="1" dirty="0">
                <a:solidFill>
                  <a:srgbClr val="16313A"/>
                </a:solidFill>
                <a:latin typeface="Tahoma" panose="020B0604030504040204" pitchFamily="34" charset="0"/>
                <a:ea typeface="Tahoma" panose="020B0604030504040204" pitchFamily="34" charset="0"/>
                <a:cs typeface="Tahoma" panose="020B0604030504040204" pitchFamily="34" charset="0"/>
              </a:rPr>
              <a:t>From raw export to a risk model</a:t>
            </a:r>
            <a:endParaRPr lang="en-US" sz="3000" b="1" dirty="0">
              <a:latin typeface="Tahoma" panose="020B0604030504040204" pitchFamily="34" charset="0"/>
              <a:ea typeface="Tahoma" panose="020B0604030504040204" pitchFamily="34" charset="0"/>
              <a:cs typeface="Tahoma" panose="020B0604030504040204" pitchFamily="34" charset="0"/>
            </a:endParaRPr>
          </a:p>
        </p:txBody>
      </p:sp>
      <p:sp>
        <p:nvSpPr>
          <p:cNvPr id="5" name="Shape 3"/>
          <p:cNvSpPr/>
          <p:nvPr/>
        </p:nvSpPr>
        <p:spPr>
          <a:xfrm>
            <a:off x="815942" y="2308574"/>
            <a:ext cx="2540016" cy="1190559"/>
          </a:xfrm>
          <a:prstGeom prst="roundRect">
            <a:avLst>
              <a:gd name="adj" fmla="val 7200"/>
            </a:avLst>
          </a:prstGeom>
          <a:solidFill>
            <a:srgbClr val="FFFFFF"/>
          </a:solidFill>
          <a:ln w="6350">
            <a:solidFill>
              <a:srgbClr val="DCE6E5"/>
            </a:solidFill>
            <a:prstDash val="solid"/>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6" name="Text 4"/>
          <p:cNvSpPr/>
          <p:nvPr/>
        </p:nvSpPr>
        <p:spPr>
          <a:xfrm>
            <a:off x="945059" y="2450342"/>
            <a:ext cx="235023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A8F8A"/>
                </a:solidFill>
                <a:latin typeface="Tahoma" panose="020B0604030504040204" pitchFamily="34" charset="0"/>
                <a:ea typeface="Tahoma" panose="020B0604030504040204" pitchFamily="34" charset="0"/>
                <a:cs typeface="Tahoma" panose="020B0604030504040204" pitchFamily="34" charset="0"/>
              </a:rPr>
              <a:t>Stage 1-2</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7" name="Text 5"/>
          <p:cNvSpPr/>
          <p:nvPr/>
        </p:nvSpPr>
        <p:spPr>
          <a:xfrm>
            <a:off x="945059" y="2714428"/>
            <a:ext cx="2350237" cy="668338"/>
          </a:xfrm>
          <a:prstGeom prst="rect">
            <a:avLst/>
          </a:prstGeom>
          <a:noFill/>
          <a:ln/>
        </p:spPr>
        <p:txBody>
          <a:bodyPr wrap="square" lIns="0" tIns="0" rIns="0" bIns="0" rtlCol="0" anchor="t">
            <a:normAutofit/>
          </a:bodyPr>
          <a:lstStyle/>
          <a:p>
            <a:pPr marL="0" indent="0" algn="l">
              <a:lnSpc>
                <a:spcPts val="1688"/>
              </a:lnSpc>
              <a:buNone/>
            </a:pPr>
            <a:r>
              <a:rPr lang="en-US" sz="1250" b="1" dirty="0">
                <a:solidFill>
                  <a:srgbClr val="3A4F54"/>
                </a:solidFill>
                <a:latin typeface="Tahoma" panose="020B0604030504040204" pitchFamily="34" charset="0"/>
                <a:ea typeface="Tahoma" panose="020B0604030504040204" pitchFamily="34" charset="0"/>
                <a:cs typeface="Tahoma" panose="020B0604030504040204" pitchFamily="34" charset="0"/>
              </a:rPr>
              <a:t>Exploratory analysis of the raw export and of the infected subgroup</a:t>
            </a:r>
            <a:endParaRPr lang="en-US" sz="1250" b="1" dirty="0">
              <a:latin typeface="Tahoma" panose="020B0604030504040204" pitchFamily="34" charset="0"/>
              <a:ea typeface="Tahoma" panose="020B0604030504040204" pitchFamily="34" charset="0"/>
              <a:cs typeface="Tahoma" panose="020B0604030504040204" pitchFamily="34" charset="0"/>
            </a:endParaRPr>
          </a:p>
        </p:txBody>
      </p:sp>
      <p:sp>
        <p:nvSpPr>
          <p:cNvPr id="8" name="Shape 6"/>
          <p:cNvSpPr/>
          <p:nvPr/>
        </p:nvSpPr>
        <p:spPr>
          <a:xfrm>
            <a:off x="3489308" y="2308574"/>
            <a:ext cx="2540016" cy="1190559"/>
          </a:xfrm>
          <a:prstGeom prst="roundRect">
            <a:avLst>
              <a:gd name="adj" fmla="val 7200"/>
            </a:avLst>
          </a:prstGeom>
          <a:solidFill>
            <a:srgbClr val="FFFFFF"/>
          </a:solidFill>
          <a:ln w="6350">
            <a:solidFill>
              <a:srgbClr val="DCE6E5"/>
            </a:solidFill>
            <a:prstDash val="solid"/>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9" name="Text 7"/>
          <p:cNvSpPr/>
          <p:nvPr/>
        </p:nvSpPr>
        <p:spPr>
          <a:xfrm>
            <a:off x="3618425" y="2450342"/>
            <a:ext cx="2350237" cy="238720"/>
          </a:xfrm>
          <a:prstGeom prst="rect">
            <a:avLst/>
          </a:prstGeom>
          <a:noFill/>
          <a:ln/>
        </p:spPr>
        <p:txBody>
          <a:bodyPr wrap="square" lIns="0" tIns="0" rIns="0" bIns="0" rtlCol="0" anchor="t">
            <a:normAutofit/>
          </a:bodyPr>
          <a:lstStyle/>
          <a:p>
            <a:pPr>
              <a:lnSpc>
                <a:spcPts val="1680"/>
              </a:lnSpc>
            </a:pPr>
            <a:r>
              <a:rPr lang="en-US" sz="1400" b="1" dirty="0">
                <a:solidFill>
                  <a:srgbClr val="1A8F8A"/>
                </a:solidFill>
                <a:latin typeface="Tahoma" panose="020B0604030504040204" pitchFamily="34" charset="0"/>
                <a:ea typeface="Tahoma" panose="020B0604030504040204" pitchFamily="34" charset="0"/>
                <a:cs typeface="Tahoma" panose="020B0604030504040204" pitchFamily="34" charset="0"/>
              </a:rPr>
              <a:t>Stage 3</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10" name="Text 8"/>
          <p:cNvSpPr/>
          <p:nvPr/>
        </p:nvSpPr>
        <p:spPr>
          <a:xfrm>
            <a:off x="3618425" y="2714428"/>
            <a:ext cx="2350237" cy="668338"/>
          </a:xfrm>
          <a:prstGeom prst="rect">
            <a:avLst/>
          </a:prstGeom>
          <a:noFill/>
          <a:ln/>
        </p:spPr>
        <p:txBody>
          <a:bodyPr wrap="square" lIns="0" tIns="0" rIns="0" bIns="0" rtlCol="0" anchor="t">
            <a:normAutofit/>
          </a:bodyPr>
          <a:lstStyle/>
          <a:p>
            <a:pPr marL="0" indent="0" algn="l">
              <a:lnSpc>
                <a:spcPts val="1688"/>
              </a:lnSpc>
              <a:buNone/>
            </a:pPr>
            <a:r>
              <a:rPr lang="en-US" sz="1250" b="1" dirty="0">
                <a:solidFill>
                  <a:srgbClr val="3A4F54"/>
                </a:solidFill>
                <a:latin typeface="Tahoma" panose="020B0604030504040204" pitchFamily="34" charset="0"/>
                <a:ea typeface="Tahoma" panose="020B0604030504040204" pitchFamily="34" charset="0"/>
                <a:cs typeface="Tahoma" panose="020B0604030504040204" pitchFamily="34" charset="0"/>
              </a:rPr>
              <a:t>Cleaning, cohort restriction, prediction-window enforcement</a:t>
            </a:r>
            <a:endParaRPr lang="en-US" sz="1250" b="1" dirty="0">
              <a:latin typeface="Tahoma" panose="020B0604030504040204" pitchFamily="34" charset="0"/>
              <a:ea typeface="Tahoma" panose="020B0604030504040204" pitchFamily="34" charset="0"/>
              <a:cs typeface="Tahoma" panose="020B0604030504040204" pitchFamily="34" charset="0"/>
            </a:endParaRPr>
          </a:p>
        </p:txBody>
      </p:sp>
      <p:sp>
        <p:nvSpPr>
          <p:cNvPr id="11" name="Shape 9"/>
          <p:cNvSpPr/>
          <p:nvPr/>
        </p:nvSpPr>
        <p:spPr>
          <a:xfrm>
            <a:off x="6162675" y="2308574"/>
            <a:ext cx="2540016" cy="1190559"/>
          </a:xfrm>
          <a:prstGeom prst="roundRect">
            <a:avLst>
              <a:gd name="adj" fmla="val 7200"/>
            </a:avLst>
          </a:prstGeom>
          <a:solidFill>
            <a:srgbClr val="FFFFFF"/>
          </a:solidFill>
          <a:ln w="6350">
            <a:solidFill>
              <a:srgbClr val="DCE6E5"/>
            </a:solidFill>
            <a:prstDash val="solid"/>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12" name="Text 10"/>
          <p:cNvSpPr/>
          <p:nvPr/>
        </p:nvSpPr>
        <p:spPr>
          <a:xfrm>
            <a:off x="6291792" y="2450342"/>
            <a:ext cx="2350237" cy="238720"/>
          </a:xfrm>
          <a:prstGeom prst="rect">
            <a:avLst/>
          </a:prstGeom>
          <a:noFill/>
          <a:ln/>
        </p:spPr>
        <p:txBody>
          <a:bodyPr wrap="square" lIns="0" tIns="0" rIns="0" bIns="0" rtlCol="0" anchor="t">
            <a:normAutofit/>
          </a:bodyPr>
          <a:lstStyle/>
          <a:p>
            <a:pPr>
              <a:lnSpc>
                <a:spcPts val="1680"/>
              </a:lnSpc>
            </a:pPr>
            <a:r>
              <a:rPr lang="en-US" sz="1400" b="1" dirty="0">
                <a:solidFill>
                  <a:srgbClr val="1A8F8A"/>
                </a:solidFill>
                <a:latin typeface="Tahoma" panose="020B0604030504040204" pitchFamily="34" charset="0"/>
                <a:ea typeface="Tahoma" panose="020B0604030504040204" pitchFamily="34" charset="0"/>
                <a:cs typeface="Tahoma" panose="020B0604030504040204" pitchFamily="34" charset="0"/>
              </a:rPr>
              <a:t>Stage 4</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13" name="Text 11"/>
          <p:cNvSpPr/>
          <p:nvPr/>
        </p:nvSpPr>
        <p:spPr>
          <a:xfrm>
            <a:off x="6291792" y="2714428"/>
            <a:ext cx="2350237" cy="454025"/>
          </a:xfrm>
          <a:prstGeom prst="rect">
            <a:avLst/>
          </a:prstGeom>
          <a:noFill/>
          <a:ln/>
        </p:spPr>
        <p:txBody>
          <a:bodyPr wrap="square" lIns="0" tIns="0" rIns="0" bIns="0" rtlCol="0" anchor="t">
            <a:normAutofit/>
          </a:bodyPr>
          <a:lstStyle/>
          <a:p>
            <a:pPr marL="0" indent="0" algn="l">
              <a:lnSpc>
                <a:spcPts val="1688"/>
              </a:lnSpc>
              <a:buNone/>
            </a:pPr>
            <a:r>
              <a:rPr lang="en-US" sz="1250" b="1" dirty="0">
                <a:solidFill>
                  <a:srgbClr val="3A4F54"/>
                </a:solidFill>
                <a:latin typeface="Tahoma" panose="020B0604030504040204" pitchFamily="34" charset="0"/>
                <a:ea typeface="Tahoma" panose="020B0604030504040204" pitchFamily="34" charset="0"/>
                <a:cs typeface="Tahoma" panose="020B0604030504040204" pitchFamily="34" charset="0"/>
              </a:rPr>
              <a:t>EDA repeated on the cleaned dataset</a:t>
            </a:r>
            <a:endParaRPr lang="en-US" sz="1250" b="1" dirty="0">
              <a:latin typeface="Tahoma" panose="020B0604030504040204" pitchFamily="34" charset="0"/>
              <a:ea typeface="Tahoma" panose="020B0604030504040204" pitchFamily="34" charset="0"/>
              <a:cs typeface="Tahoma" panose="020B0604030504040204" pitchFamily="34" charset="0"/>
            </a:endParaRPr>
          </a:p>
        </p:txBody>
      </p:sp>
      <p:sp>
        <p:nvSpPr>
          <p:cNvPr id="14" name="Shape 12"/>
          <p:cNvSpPr/>
          <p:nvPr/>
        </p:nvSpPr>
        <p:spPr>
          <a:xfrm>
            <a:off x="8836041" y="2308574"/>
            <a:ext cx="2540016" cy="1190559"/>
          </a:xfrm>
          <a:prstGeom prst="roundRect">
            <a:avLst>
              <a:gd name="adj" fmla="val 7200"/>
            </a:avLst>
          </a:prstGeom>
          <a:solidFill>
            <a:srgbClr val="FFFFFF"/>
          </a:solidFill>
          <a:ln w="6350">
            <a:solidFill>
              <a:srgbClr val="DCE6E5"/>
            </a:solidFill>
            <a:prstDash val="solid"/>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15" name="Text 13"/>
          <p:cNvSpPr/>
          <p:nvPr/>
        </p:nvSpPr>
        <p:spPr>
          <a:xfrm>
            <a:off x="8965158" y="2450342"/>
            <a:ext cx="2350237" cy="238720"/>
          </a:xfrm>
          <a:prstGeom prst="rect">
            <a:avLst/>
          </a:prstGeom>
          <a:noFill/>
          <a:ln/>
        </p:spPr>
        <p:txBody>
          <a:bodyPr wrap="square" lIns="0" tIns="0" rIns="0" bIns="0" rtlCol="0" anchor="t">
            <a:normAutofit/>
          </a:bodyPr>
          <a:lstStyle/>
          <a:p>
            <a:pPr>
              <a:lnSpc>
                <a:spcPts val="1680"/>
              </a:lnSpc>
            </a:pPr>
            <a:r>
              <a:rPr lang="en-US" sz="1400" b="1" dirty="0">
                <a:solidFill>
                  <a:srgbClr val="1A8F8A"/>
                </a:solidFill>
                <a:latin typeface="Tahoma" panose="020B0604030504040204" pitchFamily="34" charset="0"/>
                <a:ea typeface="Tahoma" panose="020B0604030504040204" pitchFamily="34" charset="0"/>
                <a:cs typeface="Tahoma" panose="020B0604030504040204" pitchFamily="34" charset="0"/>
              </a:rPr>
              <a:t>Stage 5</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16" name="Text 14"/>
          <p:cNvSpPr/>
          <p:nvPr/>
        </p:nvSpPr>
        <p:spPr>
          <a:xfrm>
            <a:off x="8965158" y="2714428"/>
            <a:ext cx="2350237" cy="668338"/>
          </a:xfrm>
          <a:prstGeom prst="rect">
            <a:avLst/>
          </a:prstGeom>
          <a:noFill/>
          <a:ln/>
        </p:spPr>
        <p:txBody>
          <a:bodyPr wrap="square" lIns="0" tIns="0" rIns="0" bIns="0" rtlCol="0" anchor="t">
            <a:normAutofit/>
          </a:bodyPr>
          <a:lstStyle/>
          <a:p>
            <a:pPr marL="0" indent="0" algn="l">
              <a:lnSpc>
                <a:spcPts val="1688"/>
              </a:lnSpc>
              <a:buNone/>
            </a:pPr>
            <a:r>
              <a:rPr lang="en-US" sz="1250" b="1" dirty="0">
                <a:solidFill>
                  <a:srgbClr val="3A4F54"/>
                </a:solidFill>
                <a:latin typeface="Tahoma" panose="020B0604030504040204" pitchFamily="34" charset="0"/>
                <a:ea typeface="Tahoma" panose="020B0604030504040204" pitchFamily="34" charset="0"/>
                <a:cs typeface="Tahoma" panose="020B0604030504040204" pitchFamily="34" charset="0"/>
              </a:rPr>
              <a:t>Hebrew text processing</a:t>
            </a:r>
            <a:r>
              <a:rPr lang="he-IL" sz="1250" b="1" dirty="0">
                <a:solidFill>
                  <a:srgbClr val="3A4F54"/>
                </a:solidFill>
                <a:latin typeface="Tahoma" panose="020B0604030504040204" pitchFamily="34" charset="0"/>
                <a:ea typeface="Tahoma" panose="020B0604030504040204" pitchFamily="34" charset="0"/>
                <a:cs typeface="Tahoma" panose="020B0604030504040204" pitchFamily="34" charset="0"/>
              </a:rPr>
              <a:t>:</a:t>
            </a:r>
            <a:r>
              <a:rPr lang="en-US" sz="1250" b="1" dirty="0">
                <a:solidFill>
                  <a:srgbClr val="3A4F54"/>
                </a:solidFill>
                <a:latin typeface="Tahoma" panose="020B0604030504040204" pitchFamily="34" charset="0"/>
                <a:ea typeface="Tahoma" panose="020B0604030504040204" pitchFamily="34" charset="0"/>
                <a:cs typeface="Tahoma" panose="020B0604030504040204" pitchFamily="34" charset="0"/>
              </a:rPr>
              <a:t> comparison of three text models</a:t>
            </a:r>
            <a:endParaRPr lang="en-US" sz="1250" b="1" dirty="0">
              <a:latin typeface="Tahoma" panose="020B0604030504040204" pitchFamily="34" charset="0"/>
              <a:ea typeface="Tahoma" panose="020B0604030504040204" pitchFamily="34" charset="0"/>
              <a:cs typeface="Tahoma" panose="020B0604030504040204" pitchFamily="34" charset="0"/>
            </a:endParaRPr>
          </a:p>
        </p:txBody>
      </p:sp>
      <p:sp>
        <p:nvSpPr>
          <p:cNvPr id="17" name="Shape 15"/>
          <p:cNvSpPr/>
          <p:nvPr/>
        </p:nvSpPr>
        <p:spPr>
          <a:xfrm>
            <a:off x="815942" y="4356104"/>
            <a:ext cx="2627825" cy="1190559"/>
          </a:xfrm>
          <a:prstGeom prst="roundRect">
            <a:avLst>
              <a:gd name="adj" fmla="val 7200"/>
            </a:avLst>
          </a:prstGeom>
          <a:solidFill>
            <a:srgbClr val="FFFFFF"/>
          </a:solidFill>
          <a:ln w="6350">
            <a:solidFill>
              <a:srgbClr val="DCE6E5"/>
            </a:solidFill>
            <a:prstDash val="solid"/>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18" name="Text 16"/>
          <p:cNvSpPr/>
          <p:nvPr/>
        </p:nvSpPr>
        <p:spPr>
          <a:xfrm>
            <a:off x="945059" y="4497873"/>
            <a:ext cx="2440680" cy="238720"/>
          </a:xfrm>
          <a:prstGeom prst="rect">
            <a:avLst/>
          </a:prstGeom>
          <a:noFill/>
          <a:ln/>
        </p:spPr>
        <p:txBody>
          <a:bodyPr wrap="square" lIns="0" tIns="0" rIns="0" bIns="0" rtlCol="0" anchor="t">
            <a:normAutofit/>
          </a:bodyPr>
          <a:lstStyle/>
          <a:p>
            <a:pPr>
              <a:lnSpc>
                <a:spcPts val="1680"/>
              </a:lnSpc>
            </a:pPr>
            <a:r>
              <a:rPr lang="en-US" sz="1400" b="1" dirty="0">
                <a:solidFill>
                  <a:srgbClr val="1A8F8A"/>
                </a:solidFill>
                <a:latin typeface="Tahoma" panose="020B0604030504040204" pitchFamily="34" charset="0"/>
                <a:ea typeface="Tahoma" panose="020B0604030504040204" pitchFamily="34" charset="0"/>
                <a:cs typeface="Tahoma" panose="020B0604030504040204" pitchFamily="34" charset="0"/>
              </a:rPr>
              <a:t>Stage 6</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19" name="Text 17"/>
          <p:cNvSpPr/>
          <p:nvPr/>
        </p:nvSpPr>
        <p:spPr>
          <a:xfrm>
            <a:off x="945059" y="4761959"/>
            <a:ext cx="2440680" cy="668338"/>
          </a:xfrm>
          <a:prstGeom prst="rect">
            <a:avLst/>
          </a:prstGeom>
          <a:noFill/>
          <a:ln/>
        </p:spPr>
        <p:txBody>
          <a:bodyPr wrap="square" lIns="0" tIns="0" rIns="0" bIns="0" rtlCol="0" anchor="t">
            <a:normAutofit/>
          </a:bodyPr>
          <a:lstStyle/>
          <a:p>
            <a:pPr marL="0" indent="0" algn="l">
              <a:lnSpc>
                <a:spcPts val="1688"/>
              </a:lnSpc>
              <a:buNone/>
            </a:pPr>
            <a:r>
              <a:rPr lang="en-US" sz="1250" b="1" dirty="0">
                <a:solidFill>
                  <a:srgbClr val="3A4F54"/>
                </a:solidFill>
                <a:latin typeface="Tahoma" panose="020B0604030504040204" pitchFamily="34" charset="0"/>
                <a:ea typeface="Tahoma" panose="020B0604030504040204" pitchFamily="34" charset="0"/>
                <a:cs typeface="Tahoma" panose="020B0604030504040204" pitchFamily="34" charset="0"/>
              </a:rPr>
              <a:t>Feature engineering; locked train/test split</a:t>
            </a:r>
            <a:r>
              <a:rPr lang="he-IL" sz="1250" b="1" dirty="0">
                <a:solidFill>
                  <a:srgbClr val="3A4F54"/>
                </a:solidFill>
                <a:latin typeface="Tahoma" panose="020B0604030504040204" pitchFamily="34" charset="0"/>
                <a:ea typeface="Tahoma" panose="020B0604030504040204" pitchFamily="34" charset="0"/>
                <a:cs typeface="Tahoma" panose="020B0604030504040204" pitchFamily="34" charset="0"/>
              </a:rPr>
              <a:t>:</a:t>
            </a:r>
            <a:r>
              <a:rPr lang="en-US" sz="1250" b="1" dirty="0">
                <a:solidFill>
                  <a:srgbClr val="3A4F54"/>
                </a:solidFill>
                <a:latin typeface="Tahoma" panose="020B0604030504040204" pitchFamily="34" charset="0"/>
                <a:ea typeface="Tahoma" panose="020B0604030504040204" pitchFamily="34" charset="0"/>
                <a:cs typeface="Tahoma" panose="020B0604030504040204" pitchFamily="34" charset="0"/>
              </a:rPr>
              <a:t> out-of-fold text score</a:t>
            </a:r>
            <a:endParaRPr lang="en-US" sz="1250" b="1" dirty="0">
              <a:latin typeface="Tahoma" panose="020B0604030504040204" pitchFamily="34" charset="0"/>
              <a:ea typeface="Tahoma" panose="020B0604030504040204" pitchFamily="34" charset="0"/>
              <a:cs typeface="Tahoma" panose="020B0604030504040204" pitchFamily="34" charset="0"/>
            </a:endParaRPr>
          </a:p>
        </p:txBody>
      </p:sp>
      <p:sp>
        <p:nvSpPr>
          <p:cNvPr id="20" name="Shape 18"/>
          <p:cNvSpPr/>
          <p:nvPr/>
        </p:nvSpPr>
        <p:spPr>
          <a:xfrm>
            <a:off x="3577117" y="4356104"/>
            <a:ext cx="2627908" cy="1190559"/>
          </a:xfrm>
          <a:prstGeom prst="roundRect">
            <a:avLst>
              <a:gd name="adj" fmla="val 7200"/>
            </a:avLst>
          </a:prstGeom>
          <a:solidFill>
            <a:srgbClr val="FFFFFF"/>
          </a:solidFill>
          <a:ln w="6350">
            <a:solidFill>
              <a:srgbClr val="DCE6E5"/>
            </a:solidFill>
            <a:prstDash val="solid"/>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21" name="Text 19"/>
          <p:cNvSpPr/>
          <p:nvPr/>
        </p:nvSpPr>
        <p:spPr>
          <a:xfrm>
            <a:off x="3706233" y="4497873"/>
            <a:ext cx="2440765" cy="238720"/>
          </a:xfrm>
          <a:prstGeom prst="rect">
            <a:avLst/>
          </a:prstGeom>
          <a:noFill/>
          <a:ln/>
        </p:spPr>
        <p:txBody>
          <a:bodyPr wrap="square" lIns="0" tIns="0" rIns="0" bIns="0" rtlCol="0" anchor="t">
            <a:normAutofit/>
          </a:bodyPr>
          <a:lstStyle/>
          <a:p>
            <a:pPr>
              <a:lnSpc>
                <a:spcPts val="1680"/>
              </a:lnSpc>
            </a:pPr>
            <a:r>
              <a:rPr lang="en-US" sz="1400" b="1" dirty="0">
                <a:solidFill>
                  <a:srgbClr val="1A8F8A"/>
                </a:solidFill>
                <a:latin typeface="Tahoma" panose="020B0604030504040204" pitchFamily="34" charset="0"/>
                <a:ea typeface="Tahoma" panose="020B0604030504040204" pitchFamily="34" charset="0"/>
                <a:cs typeface="Tahoma" panose="020B0604030504040204" pitchFamily="34" charset="0"/>
              </a:rPr>
              <a:t>Stage</a:t>
            </a:r>
            <a:r>
              <a:rPr lang="en-US" sz="1200" b="1" dirty="0">
                <a:solidFill>
                  <a:srgbClr val="1A8F8A"/>
                </a:solidFill>
                <a:latin typeface="Tahoma" panose="020B0604030504040204" pitchFamily="34" charset="0"/>
                <a:ea typeface="Tahoma" panose="020B0604030504040204" pitchFamily="34" charset="0"/>
                <a:cs typeface="Tahoma" panose="020B0604030504040204" pitchFamily="34" charset="0"/>
              </a:rPr>
              <a:t> 7</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22" name="Text 20"/>
          <p:cNvSpPr/>
          <p:nvPr/>
        </p:nvSpPr>
        <p:spPr>
          <a:xfrm>
            <a:off x="3706233" y="4761959"/>
            <a:ext cx="2440765" cy="668338"/>
          </a:xfrm>
          <a:prstGeom prst="rect">
            <a:avLst/>
          </a:prstGeom>
          <a:noFill/>
          <a:ln/>
        </p:spPr>
        <p:txBody>
          <a:bodyPr wrap="square" lIns="0" tIns="0" rIns="0" bIns="0" rtlCol="0" anchor="t">
            <a:normAutofit/>
          </a:bodyPr>
          <a:lstStyle/>
          <a:p>
            <a:pPr marL="0" indent="0" algn="l">
              <a:lnSpc>
                <a:spcPts val="1688"/>
              </a:lnSpc>
              <a:buNone/>
            </a:pPr>
            <a:r>
              <a:rPr lang="en-US" sz="1250" b="1" dirty="0">
                <a:solidFill>
                  <a:srgbClr val="3A4F54"/>
                </a:solidFill>
                <a:latin typeface="Tahoma" panose="020B0604030504040204" pitchFamily="34" charset="0"/>
                <a:ea typeface="Tahoma" panose="020B0604030504040204" pitchFamily="34" charset="0"/>
                <a:cs typeface="Tahoma" panose="020B0604030504040204" pitchFamily="34" charset="0"/>
              </a:rPr>
              <a:t>Pre-modelling: prototype aggregation, encoding, imputation</a:t>
            </a:r>
            <a:endParaRPr lang="en-US" sz="1250" b="1" dirty="0">
              <a:latin typeface="Tahoma" panose="020B0604030504040204" pitchFamily="34" charset="0"/>
              <a:ea typeface="Tahoma" panose="020B0604030504040204" pitchFamily="34" charset="0"/>
              <a:cs typeface="Tahoma" panose="020B0604030504040204" pitchFamily="34" charset="0"/>
            </a:endParaRPr>
          </a:p>
        </p:txBody>
      </p:sp>
      <p:sp>
        <p:nvSpPr>
          <p:cNvPr id="23" name="Shape 21"/>
          <p:cNvSpPr/>
          <p:nvPr/>
        </p:nvSpPr>
        <p:spPr>
          <a:xfrm>
            <a:off x="6335200" y="4352929"/>
            <a:ext cx="5044033" cy="1196909"/>
          </a:xfrm>
          <a:prstGeom prst="roundRect">
            <a:avLst>
              <a:gd name="adj" fmla="val 7427"/>
            </a:avLst>
          </a:prstGeom>
          <a:solidFill>
            <a:srgbClr val="1C5762"/>
          </a:solidFill>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24" name="Text 22"/>
          <p:cNvSpPr/>
          <p:nvPr/>
        </p:nvSpPr>
        <p:spPr>
          <a:xfrm>
            <a:off x="6487583" y="4492580"/>
            <a:ext cx="4881444" cy="238720"/>
          </a:xfrm>
          <a:prstGeom prst="rect">
            <a:avLst/>
          </a:prstGeom>
          <a:noFill/>
          <a:ln/>
        </p:spPr>
        <p:txBody>
          <a:bodyPr wrap="square" lIns="0" tIns="0" rIns="0" bIns="0" rtlCol="0" anchor="t">
            <a:normAutofit/>
          </a:bodyPr>
          <a:lstStyle/>
          <a:p>
            <a:pPr>
              <a:lnSpc>
                <a:spcPts val="1680"/>
              </a:lnSpc>
            </a:pPr>
            <a:r>
              <a:rPr lang="en-US" sz="1400" b="1" dirty="0">
                <a:solidFill>
                  <a:srgbClr val="8FE6DC"/>
                </a:solidFill>
                <a:latin typeface="Tahoma" panose="020B0604030504040204" pitchFamily="34" charset="0"/>
                <a:ea typeface="Tahoma" panose="020B0604030504040204" pitchFamily="34" charset="0"/>
                <a:cs typeface="Tahoma" panose="020B0604030504040204" pitchFamily="34" charset="0"/>
              </a:rPr>
              <a:t>Stage</a:t>
            </a:r>
            <a:r>
              <a:rPr lang="en-US" sz="1400" b="1" dirty="0">
                <a:solidFill>
                  <a:srgbClr val="1A8F8A"/>
                </a:solidFill>
                <a:latin typeface="Tahoma" panose="020B0604030504040204" pitchFamily="34" charset="0"/>
                <a:ea typeface="Tahoma" panose="020B0604030504040204" pitchFamily="34" charset="0"/>
                <a:cs typeface="Tahoma" panose="020B0604030504040204" pitchFamily="34" charset="0"/>
              </a:rPr>
              <a:t> </a:t>
            </a:r>
            <a:r>
              <a:rPr lang="en-US" sz="1400" b="1" dirty="0">
                <a:solidFill>
                  <a:srgbClr val="8FE6DC"/>
                </a:solidFill>
                <a:latin typeface="Tahoma" panose="020B0604030504040204" pitchFamily="34" charset="0"/>
                <a:ea typeface="Tahoma" panose="020B0604030504040204" pitchFamily="34" charset="0"/>
                <a:cs typeface="Tahoma" panose="020B0604030504040204" pitchFamily="34" charset="0"/>
              </a:rPr>
              <a:t>8</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25" name="Text 23"/>
          <p:cNvSpPr/>
          <p:nvPr/>
        </p:nvSpPr>
        <p:spPr>
          <a:xfrm>
            <a:off x="6453079" y="4808422"/>
            <a:ext cx="4881444" cy="454025"/>
          </a:xfrm>
          <a:prstGeom prst="rect">
            <a:avLst/>
          </a:prstGeom>
          <a:noFill/>
          <a:ln/>
        </p:spPr>
        <p:txBody>
          <a:bodyPr wrap="square" lIns="0" tIns="0" rIns="0" bIns="0" rtlCol="0" anchor="t">
            <a:normAutofit/>
          </a:bodyPr>
          <a:lstStyle/>
          <a:p>
            <a:pPr marL="0" indent="0" algn="l">
              <a:lnSpc>
                <a:spcPts val="1688"/>
              </a:lnSpc>
              <a:buNone/>
            </a:pPr>
            <a:r>
              <a:rPr lang="en-US" sz="1250" b="1" dirty="0">
                <a:solidFill>
                  <a:srgbClr val="C7DEDB"/>
                </a:solidFill>
                <a:latin typeface="Tahoma" panose="020B0604030504040204" pitchFamily="34" charset="0"/>
                <a:ea typeface="Tahoma" panose="020B0604030504040204" pitchFamily="34" charset="0"/>
                <a:cs typeface="Tahoma" panose="020B0604030504040204" pitchFamily="34" charset="0"/>
              </a:rPr>
              <a:t>Modelling: balancing, tuning, threshold selection, calibration, evaluation, SHAP</a:t>
            </a:r>
            <a:endParaRPr lang="en-US" sz="1250" b="1" dirty="0">
              <a:latin typeface="Tahoma" panose="020B0604030504040204" pitchFamily="34" charset="0"/>
              <a:ea typeface="Tahoma" panose="020B0604030504040204" pitchFamily="34" charset="0"/>
              <a:cs typeface="Tahoma" panose="020B0604030504040204" pitchFamily="34" charset="0"/>
            </a:endParaRPr>
          </a:p>
        </p:txBody>
      </p:sp>
      <p:sp>
        <p:nvSpPr>
          <p:cNvPr id="29" name="Text 27"/>
          <p:cNvSpPr/>
          <p:nvPr/>
        </p:nvSpPr>
        <p:spPr>
          <a:xfrm>
            <a:off x="406383" y="6289145"/>
            <a:ext cx="23369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3A6"/>
                </a:solidFill>
                <a:latin typeface="Tahoma" panose="020B0604030504040204" pitchFamily="34" charset="0"/>
                <a:ea typeface="Tahoma" panose="020B0604030504040204" pitchFamily="34" charset="0"/>
                <a:cs typeface="Tahoma" panose="020B0604030504040204" pitchFamily="34" charset="0"/>
              </a:rPr>
              <a:t>06</a:t>
            </a:r>
            <a:endParaRPr lang="en-US" sz="1200" dirty="0">
              <a:latin typeface="Tahoma" panose="020B0604030504040204" pitchFamily="34" charset="0"/>
              <a:ea typeface="Tahoma" panose="020B0604030504040204" pitchFamily="34" charset="0"/>
              <a:cs typeface="Tahoma" panose="020B0604030504040204" pitchFamily="34" charset="0"/>
            </a:endParaRPr>
          </a:p>
        </p:txBody>
      </p:sp>
      <p:cxnSp>
        <p:nvCxnSpPr>
          <p:cNvPr id="31" name="Straight Arrow Connector 30">
            <a:extLst>
              <a:ext uri="{FF2B5EF4-FFF2-40B4-BE49-F238E27FC236}">
                <a16:creationId xmlns:a16="http://schemas.microsoft.com/office/drawing/2014/main" id="{30364010-EBB1-7AA7-EF67-1C17E128EFB2}"/>
              </a:ext>
            </a:extLst>
          </p:cNvPr>
          <p:cNvCxnSpPr>
            <a:cxnSpLocks/>
          </p:cNvCxnSpPr>
          <p:nvPr/>
        </p:nvCxnSpPr>
        <p:spPr>
          <a:xfrm>
            <a:off x="3304202" y="2903854"/>
            <a:ext cx="2624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87F2EED5-6F65-844B-3BD5-74A6D0E65453}"/>
              </a:ext>
            </a:extLst>
          </p:cNvPr>
          <p:cNvCxnSpPr>
            <a:cxnSpLocks/>
          </p:cNvCxnSpPr>
          <p:nvPr/>
        </p:nvCxnSpPr>
        <p:spPr>
          <a:xfrm>
            <a:off x="5966877" y="2918238"/>
            <a:ext cx="2624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A7E1BA44-B199-A6D7-53CB-1FF7634B6B7D}"/>
              </a:ext>
            </a:extLst>
          </p:cNvPr>
          <p:cNvCxnSpPr>
            <a:cxnSpLocks/>
          </p:cNvCxnSpPr>
          <p:nvPr/>
        </p:nvCxnSpPr>
        <p:spPr>
          <a:xfrm>
            <a:off x="8655439" y="2915366"/>
            <a:ext cx="2624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BD6186F2-D30D-5E45-13CB-B9DFEEAD1394}"/>
              </a:ext>
            </a:extLst>
          </p:cNvPr>
          <p:cNvCxnSpPr>
            <a:cxnSpLocks/>
          </p:cNvCxnSpPr>
          <p:nvPr/>
        </p:nvCxnSpPr>
        <p:spPr>
          <a:xfrm>
            <a:off x="6159531" y="4948317"/>
            <a:ext cx="262467" cy="0"/>
          </a:xfrm>
          <a:prstGeom prst="straightConnector1">
            <a:avLst/>
          </a:prstGeom>
          <a:ln>
            <a:solidFill>
              <a:srgbClr val="8FE6DC"/>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C6E04A5C-276F-A8E5-9E33-3EEC4C8BB6C6}"/>
              </a:ext>
            </a:extLst>
          </p:cNvPr>
          <p:cNvCxnSpPr>
            <a:cxnSpLocks/>
          </p:cNvCxnSpPr>
          <p:nvPr/>
        </p:nvCxnSpPr>
        <p:spPr>
          <a:xfrm>
            <a:off x="3387592" y="4954070"/>
            <a:ext cx="2624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07380D17-B3D9-9801-1A88-BF1A752093F1}"/>
              </a:ext>
            </a:extLst>
          </p:cNvPr>
          <p:cNvCxnSpPr>
            <a:cxnSpLocks/>
            <a:stCxn id="14" idx="2"/>
            <a:endCxn id="17" idx="0"/>
          </p:cNvCxnSpPr>
          <p:nvPr/>
        </p:nvCxnSpPr>
        <p:spPr>
          <a:xfrm rot="5400000">
            <a:off x="5689467" y="-60479"/>
            <a:ext cx="856971" cy="797619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9F9"/>
        </a:solidFill>
        <a:effectLst/>
      </p:bgPr>
    </p:bg>
    <p:spTree>
      <p:nvGrpSpPr>
        <p:cNvPr id="1" name=""/>
        <p:cNvGrpSpPr/>
        <p:nvPr/>
      </p:nvGrpSpPr>
      <p:grpSpPr>
        <a:xfrm>
          <a:off x="0" y="0"/>
          <a:ext cx="0" cy="0"/>
          <a:chOff x="0" y="0"/>
          <a:chExt cx="0" cy="0"/>
        </a:xfrm>
      </p:grpSpPr>
      <p:sp>
        <p:nvSpPr>
          <p:cNvPr id="2" name="Text 0"/>
          <p:cNvSpPr/>
          <p:nvPr/>
        </p:nvSpPr>
        <p:spPr>
          <a:xfrm>
            <a:off x="406383" y="6289145"/>
            <a:ext cx="23369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3A6"/>
                </a:solidFill>
                <a:latin typeface="Tahoma" panose="020B0604030504040204" pitchFamily="34" charset="0"/>
                <a:ea typeface="Tahoma" panose="020B0604030504040204" pitchFamily="34" charset="0"/>
                <a:cs typeface="Tahoma" panose="020B0604030504040204" pitchFamily="34" charset="0"/>
              </a:rPr>
              <a:t>07</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3" name="Shape 1"/>
          <p:cNvSpPr/>
          <p:nvPr/>
        </p:nvSpPr>
        <p:spPr>
          <a:xfrm>
            <a:off x="812808" y="323453"/>
            <a:ext cx="10566383" cy="304767"/>
          </a:xfrm>
          <a:prstGeom prst="roundRect">
            <a:avLst>
              <a:gd name="adj" fmla="val 50000"/>
            </a:avLst>
          </a:prstGeom>
          <a:solidFill>
            <a:srgbClr val="E9F6F4"/>
          </a:solidFill>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4" name="Text 2"/>
          <p:cNvSpPr/>
          <p:nvPr/>
        </p:nvSpPr>
        <p:spPr>
          <a:xfrm>
            <a:off x="952508" y="386953"/>
            <a:ext cx="10595592" cy="203167"/>
          </a:xfrm>
          <a:prstGeom prst="rect">
            <a:avLst/>
          </a:prstGeom>
          <a:noFill/>
          <a:ln/>
        </p:spPr>
        <p:txBody>
          <a:bodyPr wrap="square" lIns="0" tIns="0" rIns="0" bIns="0" rtlCol="0" anchor="t">
            <a:normAutofit/>
          </a:bodyPr>
          <a:lstStyle/>
          <a:p>
            <a:pPr marL="0" indent="0" algn="l">
              <a:lnSpc>
                <a:spcPts val="1400"/>
              </a:lnSpc>
              <a:buNone/>
            </a:pPr>
            <a:r>
              <a:rPr lang="en-US" sz="1000" b="1" kern="0" spc="75" dirty="0">
                <a:solidFill>
                  <a:srgbClr val="0F6E69"/>
                </a:solidFill>
                <a:latin typeface="Tahoma" panose="020B0604030504040204" pitchFamily="34" charset="0"/>
                <a:ea typeface="Tahoma" panose="020B0604030504040204" pitchFamily="34" charset="0"/>
                <a:cs typeface="Tahoma" panose="020B0604030504040204" pitchFamily="34" charset="0"/>
              </a:rPr>
              <a:t>FIRST COMPARISON</a:t>
            </a:r>
            <a:endParaRPr lang="en-US" sz="1000" dirty="0">
              <a:latin typeface="Tahoma" panose="020B0604030504040204" pitchFamily="34" charset="0"/>
              <a:ea typeface="Tahoma" panose="020B0604030504040204" pitchFamily="34" charset="0"/>
              <a:cs typeface="Tahoma" panose="020B0604030504040204" pitchFamily="34" charset="0"/>
            </a:endParaRPr>
          </a:p>
        </p:txBody>
      </p:sp>
      <p:sp>
        <p:nvSpPr>
          <p:cNvPr id="5" name="Text 3"/>
          <p:cNvSpPr/>
          <p:nvPr/>
        </p:nvSpPr>
        <p:spPr>
          <a:xfrm>
            <a:off x="812808" y="704369"/>
            <a:ext cx="10883374" cy="434347"/>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6313A"/>
                </a:solidFill>
                <a:latin typeface="Tahoma" panose="020B0604030504040204" pitchFamily="34" charset="0"/>
                <a:ea typeface="Tahoma" panose="020B0604030504040204" pitchFamily="34" charset="0"/>
                <a:cs typeface="Tahoma" panose="020B0604030504040204" pitchFamily="34" charset="0"/>
              </a:rPr>
              <a:t>Comparing the text models</a:t>
            </a:r>
            <a:endParaRPr lang="en-US" sz="2800" b="1"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6" name="Table 0"/>
          <p:cNvGraphicFramePr>
            <a:graphicFrameLocks noGrp="1"/>
          </p:cNvGraphicFramePr>
          <p:nvPr>
            <p:extLst>
              <p:ext uri="{D42A27DB-BD31-4B8C-83A1-F6EECF244321}">
                <p14:modId xmlns:p14="http://schemas.microsoft.com/office/powerpoint/2010/main" val="2596528487"/>
              </p:ext>
            </p:extLst>
          </p:nvPr>
        </p:nvGraphicFramePr>
        <p:xfrm>
          <a:off x="812808" y="1250374"/>
          <a:ext cx="10566382" cy="1606684"/>
        </p:xfrm>
        <a:graphic>
          <a:graphicData uri="http://schemas.openxmlformats.org/drawingml/2006/table">
            <a:tbl>
              <a:tblPr/>
              <a:tblGrid>
                <a:gridCol w="3592570">
                  <a:extLst>
                    <a:ext uri="{9D8B030D-6E8A-4147-A177-3AD203B41FA5}">
                      <a16:colId xmlns:a16="http://schemas.microsoft.com/office/drawing/2014/main" val="20000"/>
                    </a:ext>
                  </a:extLst>
                </a:gridCol>
                <a:gridCol w="1690621">
                  <a:extLst>
                    <a:ext uri="{9D8B030D-6E8A-4147-A177-3AD203B41FA5}">
                      <a16:colId xmlns:a16="http://schemas.microsoft.com/office/drawing/2014/main" val="20001"/>
                    </a:ext>
                  </a:extLst>
                </a:gridCol>
                <a:gridCol w="1796285">
                  <a:extLst>
                    <a:ext uri="{9D8B030D-6E8A-4147-A177-3AD203B41FA5}">
                      <a16:colId xmlns:a16="http://schemas.microsoft.com/office/drawing/2014/main" val="20002"/>
                    </a:ext>
                  </a:extLst>
                </a:gridCol>
                <a:gridCol w="1690621">
                  <a:extLst>
                    <a:ext uri="{9D8B030D-6E8A-4147-A177-3AD203B41FA5}">
                      <a16:colId xmlns:a16="http://schemas.microsoft.com/office/drawing/2014/main" val="20003"/>
                    </a:ext>
                  </a:extLst>
                </a:gridCol>
                <a:gridCol w="1796285">
                  <a:extLst>
                    <a:ext uri="{9D8B030D-6E8A-4147-A177-3AD203B41FA5}">
                      <a16:colId xmlns:a16="http://schemas.microsoft.com/office/drawing/2014/main" val="20004"/>
                    </a:ext>
                  </a:extLst>
                </a:gridCol>
              </a:tblGrid>
              <a:tr h="401671">
                <a:tc>
                  <a:txBody>
                    <a:bodyPr/>
                    <a:lstStyle/>
                    <a:p>
                      <a:pPr marL="0" indent="0">
                        <a:lnSpc>
                          <a:spcPts val="1680"/>
                        </a:lnSpc>
                        <a:buNone/>
                      </a:pPr>
                      <a:r>
                        <a:rPr lang="en-US" sz="1200" b="1" dirty="0">
                          <a:solidFill>
                            <a:schemeClr val="tx1"/>
                          </a:solidFill>
                          <a:latin typeface="Tahoma" panose="020B0604030504040204" pitchFamily="34" charset="0"/>
                          <a:ea typeface="Tahoma" panose="020B0604030504040204" pitchFamily="34" charset="0"/>
                          <a:cs typeface="Tahoma" panose="020B0604030504040204" pitchFamily="34" charset="0"/>
                        </a:rPr>
                        <a:t>Method</a:t>
                      </a:r>
                      <a:endParaRPr lang="en-US" sz="12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marL="127000" marR="127000" marT="88900" marB="889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E9F6F4"/>
                    </a:solidFill>
                  </a:tcPr>
                </a:tc>
                <a:tc>
                  <a:txBody>
                    <a:bodyPr/>
                    <a:lstStyle/>
                    <a:p>
                      <a:pPr marL="0" indent="0" algn="r">
                        <a:lnSpc>
                          <a:spcPts val="1680"/>
                        </a:lnSpc>
                        <a:buNone/>
                      </a:pPr>
                      <a:r>
                        <a:rPr lang="en-US" sz="1200" b="1" dirty="0">
                          <a:solidFill>
                            <a:schemeClr val="tx1"/>
                          </a:solidFill>
                          <a:latin typeface="Tahoma" panose="020B0604030504040204" pitchFamily="34" charset="0"/>
                          <a:ea typeface="Tahoma" panose="020B0604030504040204" pitchFamily="34" charset="0"/>
                          <a:cs typeface="Tahoma" panose="020B0604030504040204" pitchFamily="34" charset="0"/>
                        </a:rPr>
                        <a:t>ROC-AUC</a:t>
                      </a:r>
                      <a:endParaRPr lang="en-US" sz="12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marL="127000" marR="127000" marT="88900" marB="889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E9F6F4"/>
                    </a:solidFill>
                  </a:tcPr>
                </a:tc>
                <a:tc>
                  <a:txBody>
                    <a:bodyPr/>
                    <a:lstStyle/>
                    <a:p>
                      <a:pPr marL="0" indent="0" algn="r">
                        <a:lnSpc>
                          <a:spcPts val="1680"/>
                        </a:lnSpc>
                        <a:buNone/>
                      </a:pPr>
                      <a:r>
                        <a:rPr lang="en-US" sz="1200" b="1" dirty="0">
                          <a:solidFill>
                            <a:schemeClr val="tx1"/>
                          </a:solidFill>
                          <a:latin typeface="Tahoma" panose="020B0604030504040204" pitchFamily="34" charset="0"/>
                          <a:ea typeface="Tahoma" panose="020B0604030504040204" pitchFamily="34" charset="0"/>
                          <a:cs typeface="Tahoma" panose="020B0604030504040204" pitchFamily="34" charset="0"/>
                        </a:rPr>
                        <a:t>PR-AUC (AP)</a:t>
                      </a:r>
                      <a:endParaRPr lang="en-US" sz="12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marL="127000" marR="127000" marT="88900" marB="889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E9F6F4"/>
                    </a:solidFill>
                  </a:tcPr>
                </a:tc>
                <a:tc>
                  <a:txBody>
                    <a:bodyPr/>
                    <a:lstStyle/>
                    <a:p>
                      <a:pPr marL="0" indent="0" algn="r">
                        <a:lnSpc>
                          <a:spcPts val="1680"/>
                        </a:lnSpc>
                        <a:buNone/>
                      </a:pPr>
                      <a:r>
                        <a:rPr lang="en-US" sz="1200" b="1" dirty="0">
                          <a:solidFill>
                            <a:schemeClr val="tx1"/>
                          </a:solidFill>
                          <a:latin typeface="Tahoma" panose="020B0604030504040204" pitchFamily="34" charset="0"/>
                          <a:ea typeface="Tahoma" panose="020B0604030504040204" pitchFamily="34" charset="0"/>
                          <a:cs typeface="Tahoma" panose="020B0604030504040204" pitchFamily="34" charset="0"/>
                        </a:rPr>
                        <a:t>Precision</a:t>
                      </a:r>
                      <a:endParaRPr lang="en-US" sz="12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marL="127000" marR="127000" marT="88900" marB="889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E9F6F4"/>
                    </a:solidFill>
                  </a:tcPr>
                </a:tc>
                <a:tc>
                  <a:txBody>
                    <a:bodyPr/>
                    <a:lstStyle/>
                    <a:p>
                      <a:pPr marL="0" indent="0" algn="r">
                        <a:lnSpc>
                          <a:spcPts val="1680"/>
                        </a:lnSpc>
                        <a:buNone/>
                      </a:pPr>
                      <a:r>
                        <a:rPr lang="en-US" sz="1200" b="1" dirty="0">
                          <a:solidFill>
                            <a:schemeClr val="tx1"/>
                          </a:solidFill>
                          <a:latin typeface="Tahoma" panose="020B0604030504040204" pitchFamily="34" charset="0"/>
                          <a:ea typeface="Tahoma" panose="020B0604030504040204" pitchFamily="34" charset="0"/>
                          <a:cs typeface="Tahoma" panose="020B0604030504040204" pitchFamily="34" charset="0"/>
                        </a:rPr>
                        <a:t>Recall</a:t>
                      </a:r>
                      <a:endParaRPr lang="en-US" sz="12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marL="127000" marR="127000" marT="88900" marB="889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E9F6F4"/>
                    </a:solidFill>
                  </a:tcPr>
                </a:tc>
                <a:extLst>
                  <a:ext uri="{0D108BD9-81ED-4DB2-BD59-A6C34878D82A}">
                    <a16:rowId xmlns:a16="http://schemas.microsoft.com/office/drawing/2014/main" val="10000"/>
                  </a:ext>
                </a:extLst>
              </a:tr>
              <a:tr h="401671">
                <a:tc>
                  <a:txBody>
                    <a:bodyPr/>
                    <a:lstStyle/>
                    <a:p>
                      <a:pPr marL="0" indent="0">
                        <a:lnSpc>
                          <a:spcPts val="1680"/>
                        </a:lnSpc>
                        <a:buNone/>
                      </a:pPr>
                      <a:r>
                        <a:rPr lang="en-US" sz="1200" dirty="0">
                          <a:solidFill>
                            <a:schemeClr val="bg1"/>
                          </a:solidFill>
                          <a:latin typeface="Tahoma" panose="020B0604030504040204" pitchFamily="34" charset="0"/>
                          <a:ea typeface="Tahoma" panose="020B0604030504040204" pitchFamily="34" charset="0"/>
                          <a:cs typeface="Tahoma" panose="020B0604030504040204" pitchFamily="34" charset="0"/>
                        </a:rPr>
                        <a:t>TF-IDF + logistic regression</a:t>
                      </a:r>
                    </a:p>
                  </a:txBody>
                  <a:tcPr marL="127000" marR="127000" marT="88900" marB="889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1C5762"/>
                    </a:solidFill>
                  </a:tcPr>
                </a:tc>
                <a:tc>
                  <a:txBody>
                    <a:bodyPr/>
                    <a:lstStyle/>
                    <a:p>
                      <a:pPr marL="0" indent="0" algn="r">
                        <a:lnSpc>
                          <a:spcPts val="1680"/>
                        </a:lnSpc>
                        <a:buNone/>
                      </a:pPr>
                      <a:r>
                        <a:rPr lang="en-US" sz="1200" dirty="0">
                          <a:solidFill>
                            <a:schemeClr val="bg1"/>
                          </a:solidFill>
                          <a:latin typeface="Tahoma" panose="020B0604030504040204" pitchFamily="34" charset="0"/>
                          <a:ea typeface="Tahoma" panose="020B0604030504040204" pitchFamily="34" charset="0"/>
                          <a:cs typeface="Tahoma" panose="020B0604030504040204" pitchFamily="34" charset="0"/>
                        </a:rPr>
                        <a:t>0.933</a:t>
                      </a:r>
                    </a:p>
                  </a:txBody>
                  <a:tcPr marL="127000" marR="127000" marT="88900" marB="889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1C5762"/>
                    </a:solidFill>
                  </a:tcPr>
                </a:tc>
                <a:tc>
                  <a:txBody>
                    <a:bodyPr/>
                    <a:lstStyle/>
                    <a:p>
                      <a:pPr marL="0" indent="0" algn="r">
                        <a:lnSpc>
                          <a:spcPts val="1680"/>
                        </a:lnSpc>
                        <a:buNone/>
                      </a:pPr>
                      <a:r>
                        <a:rPr lang="en-US" sz="1200" dirty="0">
                          <a:solidFill>
                            <a:schemeClr val="bg1"/>
                          </a:solidFill>
                          <a:latin typeface="Tahoma" panose="020B0604030504040204" pitchFamily="34" charset="0"/>
                          <a:ea typeface="Tahoma" panose="020B0604030504040204" pitchFamily="34" charset="0"/>
                          <a:cs typeface="Tahoma" panose="020B0604030504040204" pitchFamily="34" charset="0"/>
                        </a:rPr>
                        <a:t>0.519</a:t>
                      </a:r>
                    </a:p>
                  </a:txBody>
                  <a:tcPr marL="127000" marR="127000" marT="88900" marB="889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1C5762"/>
                    </a:solidFill>
                  </a:tcPr>
                </a:tc>
                <a:tc>
                  <a:txBody>
                    <a:bodyPr/>
                    <a:lstStyle/>
                    <a:p>
                      <a:pPr marL="0" indent="0" algn="r">
                        <a:lnSpc>
                          <a:spcPts val="1680"/>
                        </a:lnSpc>
                        <a:buNone/>
                      </a:pPr>
                      <a:r>
                        <a:rPr lang="en-US" sz="1200" dirty="0">
                          <a:solidFill>
                            <a:schemeClr val="bg1"/>
                          </a:solidFill>
                          <a:latin typeface="Tahoma" panose="020B0604030504040204" pitchFamily="34" charset="0"/>
                          <a:ea typeface="Tahoma" panose="020B0604030504040204" pitchFamily="34" charset="0"/>
                          <a:cs typeface="Tahoma" panose="020B0604030504040204" pitchFamily="34" charset="0"/>
                        </a:rPr>
                        <a:t>0.577</a:t>
                      </a:r>
                    </a:p>
                  </a:txBody>
                  <a:tcPr marL="127000" marR="127000" marT="88900" marB="889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1C5762"/>
                    </a:solidFill>
                  </a:tcPr>
                </a:tc>
                <a:tc>
                  <a:txBody>
                    <a:bodyPr/>
                    <a:lstStyle/>
                    <a:p>
                      <a:pPr marL="0" indent="0" algn="r">
                        <a:lnSpc>
                          <a:spcPts val="1680"/>
                        </a:lnSpc>
                        <a:buNone/>
                      </a:pPr>
                      <a:r>
                        <a:rPr lang="en-US" sz="1200" dirty="0">
                          <a:solidFill>
                            <a:schemeClr val="bg1"/>
                          </a:solidFill>
                          <a:latin typeface="Tahoma" panose="020B0604030504040204" pitchFamily="34" charset="0"/>
                          <a:ea typeface="Tahoma" panose="020B0604030504040204" pitchFamily="34" charset="0"/>
                          <a:cs typeface="Tahoma" panose="020B0604030504040204" pitchFamily="34" charset="0"/>
                        </a:rPr>
                        <a:t>0.517</a:t>
                      </a:r>
                    </a:p>
                  </a:txBody>
                  <a:tcPr marL="127000" marR="127000" marT="88900" marB="889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1C5762"/>
                    </a:solidFill>
                  </a:tcPr>
                </a:tc>
                <a:extLst>
                  <a:ext uri="{0D108BD9-81ED-4DB2-BD59-A6C34878D82A}">
                    <a16:rowId xmlns:a16="http://schemas.microsoft.com/office/drawing/2014/main" val="10001"/>
                  </a:ext>
                </a:extLst>
              </a:tr>
              <a:tr h="401671">
                <a:tc>
                  <a:txBody>
                    <a:bodyPr/>
                    <a:lstStyle/>
                    <a:p>
                      <a:pPr marL="0" indent="0">
                        <a:lnSpc>
                          <a:spcPts val="1680"/>
                        </a:lnSpc>
                        <a:buNone/>
                      </a:pPr>
                      <a:r>
                        <a:rPr lang="en-US" sz="1200" dirty="0">
                          <a:solidFill>
                            <a:schemeClr val="tx1"/>
                          </a:solidFill>
                          <a:latin typeface="Tahoma" panose="020B0604030504040204" pitchFamily="34" charset="0"/>
                          <a:ea typeface="Tahoma" panose="020B0604030504040204" pitchFamily="34" charset="0"/>
                          <a:cs typeface="Tahoma" panose="020B0604030504040204" pitchFamily="34" charset="0"/>
                        </a:rPr>
                        <a:t>TF-IDF + XGBoost</a:t>
                      </a:r>
                    </a:p>
                  </a:txBody>
                  <a:tcPr marL="127000" marR="127000" marT="88900" marB="889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chemeClr val="tx1"/>
                          </a:solidFill>
                          <a:latin typeface="Tahoma" panose="020B0604030504040204" pitchFamily="34" charset="0"/>
                          <a:ea typeface="Tahoma" panose="020B0604030504040204" pitchFamily="34" charset="0"/>
                          <a:cs typeface="Tahoma" panose="020B0604030504040204" pitchFamily="34" charset="0"/>
                        </a:rPr>
                        <a:t>0.821</a:t>
                      </a:r>
                    </a:p>
                  </a:txBody>
                  <a:tcPr marL="127000" marR="127000" marT="88900" marB="889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chemeClr val="tx1"/>
                          </a:solidFill>
                          <a:latin typeface="Tahoma" panose="020B0604030504040204" pitchFamily="34" charset="0"/>
                          <a:ea typeface="Tahoma" panose="020B0604030504040204" pitchFamily="34" charset="0"/>
                          <a:cs typeface="Tahoma" panose="020B0604030504040204" pitchFamily="34" charset="0"/>
                        </a:rPr>
                        <a:t>0.304</a:t>
                      </a:r>
                    </a:p>
                  </a:txBody>
                  <a:tcPr marL="127000" marR="127000" marT="88900" marB="889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chemeClr val="tx1"/>
                          </a:solidFill>
                          <a:latin typeface="Tahoma" panose="020B0604030504040204" pitchFamily="34" charset="0"/>
                          <a:ea typeface="Tahoma" panose="020B0604030504040204" pitchFamily="34" charset="0"/>
                          <a:cs typeface="Tahoma" panose="020B0604030504040204" pitchFamily="34" charset="0"/>
                        </a:rPr>
                        <a:t>0.286</a:t>
                      </a:r>
                    </a:p>
                  </a:txBody>
                  <a:tcPr marL="127000" marR="127000" marT="88900" marB="889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chemeClr val="tx1"/>
                          </a:solidFill>
                          <a:latin typeface="Tahoma" panose="020B0604030504040204" pitchFamily="34" charset="0"/>
                          <a:ea typeface="Tahoma" panose="020B0604030504040204" pitchFamily="34" charset="0"/>
                          <a:cs typeface="Tahoma" panose="020B0604030504040204" pitchFamily="34" charset="0"/>
                        </a:rPr>
                        <a:t>0.069</a:t>
                      </a:r>
                    </a:p>
                  </a:txBody>
                  <a:tcPr marL="127000" marR="127000" marT="88900" marB="889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1671">
                <a:tc>
                  <a:txBody>
                    <a:bodyPr/>
                    <a:lstStyle/>
                    <a:p>
                      <a:pPr marL="0" indent="0">
                        <a:lnSpc>
                          <a:spcPts val="1680"/>
                        </a:lnSpc>
                        <a:buNone/>
                      </a:pPr>
                      <a:r>
                        <a:rPr lang="en-US" sz="1200" dirty="0">
                          <a:solidFill>
                            <a:schemeClr val="tx1"/>
                          </a:solidFill>
                          <a:latin typeface="Tahoma" panose="020B0604030504040204" pitchFamily="34" charset="0"/>
                          <a:ea typeface="Tahoma" panose="020B0604030504040204" pitchFamily="34" charset="0"/>
                          <a:cs typeface="Tahoma" panose="020B0604030504040204" pitchFamily="34" charset="0"/>
                        </a:rPr>
                        <a:t>Llama 3.3:70b, prompted</a:t>
                      </a:r>
                    </a:p>
                  </a:txBody>
                  <a:tcPr marL="127000" marR="127000" marT="88900" marB="889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chemeClr val="tx1"/>
                          </a:solidFill>
                          <a:latin typeface="Tahoma" panose="020B0604030504040204" pitchFamily="34" charset="0"/>
                          <a:ea typeface="Tahoma" panose="020B0604030504040204" pitchFamily="34" charset="0"/>
                          <a:cs typeface="Tahoma" panose="020B0604030504040204" pitchFamily="34" charset="0"/>
                        </a:rPr>
                        <a:t>0.701</a:t>
                      </a:r>
                    </a:p>
                  </a:txBody>
                  <a:tcPr marL="127000" marR="127000" marT="88900" marB="889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chemeClr val="tx1"/>
                          </a:solidFill>
                          <a:latin typeface="Tahoma" panose="020B0604030504040204" pitchFamily="34" charset="0"/>
                          <a:ea typeface="Tahoma" panose="020B0604030504040204" pitchFamily="34" charset="0"/>
                          <a:cs typeface="Tahoma" panose="020B0604030504040204" pitchFamily="34" charset="0"/>
                        </a:rPr>
                        <a:t>0.183</a:t>
                      </a:r>
                    </a:p>
                  </a:txBody>
                  <a:tcPr marL="127000" marR="127000" marT="88900" marB="889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chemeClr val="tx1"/>
                          </a:solidFill>
                          <a:latin typeface="Tahoma" panose="020B0604030504040204" pitchFamily="34" charset="0"/>
                          <a:ea typeface="Tahoma" panose="020B0604030504040204" pitchFamily="34" charset="0"/>
                          <a:cs typeface="Tahoma" panose="020B0604030504040204" pitchFamily="34" charset="0"/>
                        </a:rPr>
                        <a:t>0.169</a:t>
                      </a:r>
                    </a:p>
                  </a:txBody>
                  <a:tcPr marL="127000" marR="127000" marT="88900" marB="889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chemeClr val="tx1"/>
                          </a:solidFill>
                          <a:latin typeface="Tahoma" panose="020B0604030504040204" pitchFamily="34" charset="0"/>
                          <a:ea typeface="Tahoma" panose="020B0604030504040204" pitchFamily="34" charset="0"/>
                          <a:cs typeface="Tahoma" panose="020B0604030504040204" pitchFamily="34" charset="0"/>
                        </a:rPr>
                        <a:t>0.345</a:t>
                      </a:r>
                    </a:p>
                  </a:txBody>
                  <a:tcPr marL="127000" marR="127000" marT="88900" marB="889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4"/>
          <p:cNvSpPr/>
          <p:nvPr/>
        </p:nvSpPr>
        <p:spPr>
          <a:xfrm>
            <a:off x="815942" y="3112912"/>
            <a:ext cx="7914365" cy="817414"/>
          </a:xfrm>
          <a:prstGeom prst="roundRect">
            <a:avLst>
              <a:gd name="adj" fmla="val 10487"/>
            </a:avLst>
          </a:prstGeom>
          <a:solidFill>
            <a:srgbClr val="FFFFFF"/>
          </a:solidFill>
          <a:ln w="6350">
            <a:solidFill>
              <a:srgbClr val="DCE6E5"/>
            </a:solidFill>
            <a:prstDash val="solid"/>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8" name="Text 5"/>
          <p:cNvSpPr/>
          <p:nvPr/>
        </p:nvSpPr>
        <p:spPr>
          <a:xfrm>
            <a:off x="970442" y="3267411"/>
            <a:ext cx="7833526" cy="231114"/>
          </a:xfrm>
          <a:prstGeom prst="rect">
            <a:avLst/>
          </a:prstGeom>
          <a:noFill/>
          <a:ln/>
        </p:spPr>
        <p:txBody>
          <a:bodyPr wrap="square" lIns="0" tIns="0" rIns="0" bIns="0" rtlCol="0" anchor="t">
            <a:normAutofit/>
          </a:bodyPr>
          <a:lstStyle/>
          <a:p>
            <a:pPr marL="0" indent="0" algn="l">
              <a:lnSpc>
                <a:spcPts val="1620"/>
              </a:lnSpc>
              <a:buNone/>
            </a:pPr>
            <a:r>
              <a:rPr lang="en-US" sz="1350" b="1" dirty="0">
                <a:solidFill>
                  <a:srgbClr val="1A8F8A"/>
                </a:solidFill>
                <a:latin typeface="Tahoma" panose="020B0604030504040204" pitchFamily="34" charset="0"/>
                <a:ea typeface="Tahoma" panose="020B0604030504040204" pitchFamily="34" charset="0"/>
                <a:cs typeface="Tahoma" panose="020B0604030504040204" pitchFamily="34" charset="0"/>
              </a:rPr>
              <a:t>Precision–recall by representation</a:t>
            </a:r>
            <a:endParaRPr lang="en-US" sz="1350" dirty="0">
              <a:latin typeface="Tahoma" panose="020B0604030504040204" pitchFamily="34" charset="0"/>
              <a:ea typeface="Tahoma" panose="020B0604030504040204" pitchFamily="34" charset="0"/>
              <a:cs typeface="Tahoma" panose="020B0604030504040204" pitchFamily="34" charset="0"/>
            </a:endParaRPr>
          </a:p>
        </p:txBody>
      </p:sp>
      <p:pic>
        <p:nvPicPr>
          <p:cNvPr id="9" name="Image 0" descr="Precision-recall curves comparing TF-IDF logistic regression, TF-IDF XGBoost and the prompted LLM on the rebalanced comparison split"/>
          <p:cNvPicPr>
            <a:picLocks noChangeAspect="1"/>
          </p:cNvPicPr>
          <p:nvPr/>
        </p:nvPicPr>
        <p:blipFill>
          <a:blip r:embed="rId3"/>
          <a:srcRect t="-10797" b="-10797"/>
          <a:stretch/>
        </p:blipFill>
        <p:spPr>
          <a:xfrm>
            <a:off x="812767" y="3286099"/>
            <a:ext cx="7920798" cy="3068753"/>
          </a:xfrm>
          <a:prstGeom prst="rect">
            <a:avLst/>
          </a:prstGeom>
        </p:spPr>
      </p:pic>
      <p:sp>
        <p:nvSpPr>
          <p:cNvPr id="10" name="Shape 6"/>
          <p:cNvSpPr/>
          <p:nvPr/>
        </p:nvSpPr>
        <p:spPr>
          <a:xfrm>
            <a:off x="8889040" y="3112912"/>
            <a:ext cx="2486852" cy="1492184"/>
          </a:xfrm>
          <a:prstGeom prst="roundRect">
            <a:avLst>
              <a:gd name="adj" fmla="val 5745"/>
            </a:avLst>
          </a:prstGeom>
          <a:solidFill>
            <a:srgbClr val="FFFFFF"/>
          </a:solidFill>
          <a:ln w="6350">
            <a:solidFill>
              <a:srgbClr val="DCE6E5"/>
            </a:solidFill>
            <a:prstDash val="solid"/>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11" name="Text 7"/>
          <p:cNvSpPr/>
          <p:nvPr/>
        </p:nvSpPr>
        <p:spPr>
          <a:xfrm>
            <a:off x="8847098" y="3472647"/>
            <a:ext cx="2571924" cy="857815"/>
          </a:xfrm>
          <a:prstGeom prst="rect">
            <a:avLst/>
          </a:prstGeom>
          <a:noFill/>
          <a:ln/>
        </p:spPr>
        <p:txBody>
          <a:bodyPr wrap="square" lIns="0" tIns="0" rIns="0" bIns="0" rtlCol="0" anchor="t">
            <a:normAutofit/>
          </a:bodyPr>
          <a:lstStyle/>
          <a:p>
            <a:pPr marL="0" indent="0" algn="ctr">
              <a:lnSpc>
                <a:spcPts val="1650"/>
              </a:lnSpc>
              <a:buNone/>
            </a:pPr>
            <a:r>
              <a:rPr lang="en-US" sz="1200" b="1" dirty="0">
                <a:latin typeface="Tahoma" panose="020B0604030504040204" pitchFamily="34" charset="0"/>
                <a:ea typeface="Tahoma" panose="020B0604030504040204" pitchFamily="34" charset="0"/>
                <a:cs typeface="Tahoma" panose="020B0604030504040204" pitchFamily="34" charset="0"/>
              </a:rPr>
              <a:t>Evaluated on a rebalanced 319-note split (29 positive), built to rank the three representations</a:t>
            </a:r>
          </a:p>
        </p:txBody>
      </p:sp>
      <p:sp>
        <p:nvSpPr>
          <p:cNvPr id="12" name="Shape 8"/>
          <p:cNvSpPr/>
          <p:nvPr/>
        </p:nvSpPr>
        <p:spPr>
          <a:xfrm>
            <a:off x="8885865" y="4735353"/>
            <a:ext cx="2493202" cy="1498534"/>
          </a:xfrm>
          <a:prstGeom prst="roundRect">
            <a:avLst>
              <a:gd name="adj" fmla="val 5932"/>
            </a:avLst>
          </a:prstGeom>
          <a:solidFill>
            <a:srgbClr val="E9F6F4"/>
          </a:solidFill>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13" name="Text 9"/>
          <p:cNvSpPr/>
          <p:nvPr/>
        </p:nvSpPr>
        <p:spPr>
          <a:xfrm>
            <a:off x="9037755" y="5112019"/>
            <a:ext cx="2201798" cy="719889"/>
          </a:xfrm>
          <a:prstGeom prst="rect">
            <a:avLst/>
          </a:prstGeom>
          <a:noFill/>
          <a:ln/>
        </p:spPr>
        <p:txBody>
          <a:bodyPr wrap="square" lIns="0" tIns="0" rIns="0" bIns="0" rtlCol="0" anchor="t">
            <a:normAutofit/>
          </a:bodyPr>
          <a:lstStyle/>
          <a:p>
            <a:pPr marL="0" indent="0" algn="ctr">
              <a:lnSpc>
                <a:spcPts val="1568"/>
              </a:lnSpc>
              <a:buNone/>
            </a:pPr>
            <a:r>
              <a:rPr lang="en-US" sz="1200" b="1" dirty="0">
                <a:latin typeface="Tahoma" panose="020B0604030504040204" pitchFamily="34" charset="0"/>
                <a:ea typeface="Tahoma" panose="020B0604030504040204" pitchFamily="34" charset="0"/>
                <a:cs typeface="Tahoma" panose="020B0604030504040204" pitchFamily="34" charset="0"/>
              </a:rPr>
              <a:t>The simplest model won decisively over a 70-billion-parameter LLM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9F9"/>
        </a:solidFill>
        <a:effectLst/>
      </p:bgPr>
    </p:bg>
    <p:spTree>
      <p:nvGrpSpPr>
        <p:cNvPr id="1" name=""/>
        <p:cNvGrpSpPr/>
        <p:nvPr/>
      </p:nvGrpSpPr>
      <p:grpSpPr>
        <a:xfrm>
          <a:off x="0" y="0"/>
          <a:ext cx="0" cy="0"/>
          <a:chOff x="0" y="0"/>
          <a:chExt cx="0" cy="0"/>
        </a:xfrm>
      </p:grpSpPr>
      <p:sp>
        <p:nvSpPr>
          <p:cNvPr id="2" name="Shape 0"/>
          <p:cNvSpPr/>
          <p:nvPr/>
        </p:nvSpPr>
        <p:spPr>
          <a:xfrm>
            <a:off x="812767" y="635000"/>
            <a:ext cx="10566466" cy="304767"/>
          </a:xfrm>
          <a:prstGeom prst="roundRect">
            <a:avLst>
              <a:gd name="adj" fmla="val 50000"/>
            </a:avLst>
          </a:prstGeom>
          <a:solidFill>
            <a:srgbClr val="E9F6F4"/>
          </a:solidFill>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3" name="Text 1"/>
          <p:cNvSpPr/>
          <p:nvPr/>
        </p:nvSpPr>
        <p:spPr>
          <a:xfrm>
            <a:off x="952467" y="698500"/>
            <a:ext cx="10595678" cy="203167"/>
          </a:xfrm>
          <a:prstGeom prst="rect">
            <a:avLst/>
          </a:prstGeom>
          <a:noFill/>
          <a:ln/>
        </p:spPr>
        <p:txBody>
          <a:bodyPr wrap="square" lIns="0" tIns="0" rIns="0" bIns="0" rtlCol="0" anchor="t">
            <a:normAutofit/>
          </a:bodyPr>
          <a:lstStyle/>
          <a:p>
            <a:pPr marL="0" indent="0" algn="l">
              <a:lnSpc>
                <a:spcPts val="1400"/>
              </a:lnSpc>
              <a:buNone/>
            </a:pPr>
            <a:r>
              <a:rPr lang="en-US" sz="1000" b="1" kern="0" spc="75" dirty="0">
                <a:solidFill>
                  <a:srgbClr val="0F6E69"/>
                </a:solidFill>
                <a:latin typeface="Tahoma" panose="020B0604030504040204" pitchFamily="34" charset="0"/>
                <a:ea typeface="Tahoma" panose="020B0604030504040204" pitchFamily="34" charset="0"/>
                <a:cs typeface="Tahoma" panose="020B0604030504040204" pitchFamily="34" charset="0"/>
              </a:rPr>
              <a:t>SECOND COMPARISON</a:t>
            </a:r>
            <a:endParaRPr lang="en-US" sz="1000" dirty="0">
              <a:latin typeface="Tahoma" panose="020B0604030504040204" pitchFamily="34" charset="0"/>
              <a:ea typeface="Tahoma" panose="020B0604030504040204" pitchFamily="34" charset="0"/>
              <a:cs typeface="Tahoma" panose="020B0604030504040204" pitchFamily="34" charset="0"/>
            </a:endParaRPr>
          </a:p>
        </p:txBody>
      </p:sp>
      <p:sp>
        <p:nvSpPr>
          <p:cNvPr id="4" name="Text 2"/>
          <p:cNvSpPr/>
          <p:nvPr/>
        </p:nvSpPr>
        <p:spPr>
          <a:xfrm>
            <a:off x="812767" y="1015916"/>
            <a:ext cx="10883460" cy="434347"/>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6313A"/>
                </a:solidFill>
                <a:latin typeface="Tahoma" panose="020B0604030504040204" pitchFamily="34" charset="0"/>
                <a:ea typeface="Tahoma" panose="020B0604030504040204" pitchFamily="34" charset="0"/>
                <a:cs typeface="Tahoma" panose="020B0604030504040204" pitchFamily="34" charset="0"/>
              </a:rPr>
              <a:t>Comparing the tabular models</a:t>
            </a:r>
            <a:endParaRPr lang="en-US" sz="2800" b="1"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5" name="Table 0"/>
          <p:cNvGraphicFramePr>
            <a:graphicFrameLocks noGrp="1"/>
          </p:cNvGraphicFramePr>
          <p:nvPr>
            <p:extLst>
              <p:ext uri="{D42A27DB-BD31-4B8C-83A1-F6EECF244321}">
                <p14:modId xmlns:p14="http://schemas.microsoft.com/office/powerpoint/2010/main" val="2123205095"/>
              </p:ext>
            </p:extLst>
          </p:nvPr>
        </p:nvGraphicFramePr>
        <p:xfrm>
          <a:off x="812767" y="1577246"/>
          <a:ext cx="4388961" cy="2813264"/>
        </p:xfrm>
        <a:graphic>
          <a:graphicData uri="http://schemas.openxmlformats.org/drawingml/2006/table">
            <a:tbl>
              <a:tblPr/>
              <a:tblGrid>
                <a:gridCol w="1931935">
                  <a:extLst>
                    <a:ext uri="{9D8B030D-6E8A-4147-A177-3AD203B41FA5}">
                      <a16:colId xmlns:a16="http://schemas.microsoft.com/office/drawing/2014/main" val="20000"/>
                    </a:ext>
                  </a:extLst>
                </a:gridCol>
                <a:gridCol w="1229413">
                  <a:extLst>
                    <a:ext uri="{9D8B030D-6E8A-4147-A177-3AD203B41FA5}">
                      <a16:colId xmlns:a16="http://schemas.microsoft.com/office/drawing/2014/main" val="20001"/>
                    </a:ext>
                  </a:extLst>
                </a:gridCol>
                <a:gridCol w="1227613">
                  <a:extLst>
                    <a:ext uri="{9D8B030D-6E8A-4147-A177-3AD203B41FA5}">
                      <a16:colId xmlns:a16="http://schemas.microsoft.com/office/drawing/2014/main" val="20002"/>
                    </a:ext>
                  </a:extLst>
                </a:gridCol>
              </a:tblGrid>
              <a:tr h="701311">
                <a:tc>
                  <a:txBody>
                    <a:bodyPr/>
                    <a:lstStyle/>
                    <a:p>
                      <a:pPr marL="0" indent="0">
                        <a:lnSpc>
                          <a:spcPts val="1820"/>
                        </a:lnSpc>
                        <a:buNone/>
                      </a:pPr>
                      <a:r>
                        <a:rPr lang="en-US" sz="1300" b="1" dirty="0">
                          <a:solidFill>
                            <a:schemeClr val="tx1"/>
                          </a:solidFill>
                          <a:latin typeface="Tahoma" panose="020B0604030504040204" pitchFamily="34" charset="0"/>
                          <a:ea typeface="Tahoma" panose="020B0604030504040204" pitchFamily="34" charset="0"/>
                          <a:cs typeface="Tahoma" panose="020B0604030504040204" pitchFamily="34" charset="0"/>
                        </a:rPr>
                        <a:t>Model</a:t>
                      </a:r>
                      <a:endParaRPr lang="en-US" sz="13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marL="127000" marR="127000" marT="114300" marB="1143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E9F6F4"/>
                    </a:solidFill>
                  </a:tcPr>
                </a:tc>
                <a:tc>
                  <a:txBody>
                    <a:bodyPr/>
                    <a:lstStyle/>
                    <a:p>
                      <a:pPr marL="0" indent="0" algn="l">
                        <a:lnSpc>
                          <a:spcPts val="1820"/>
                        </a:lnSpc>
                        <a:buNone/>
                      </a:pPr>
                      <a:r>
                        <a:rPr lang="en-US" sz="1300" b="1" dirty="0">
                          <a:solidFill>
                            <a:schemeClr val="tx1"/>
                          </a:solidFill>
                          <a:latin typeface="Tahoma" panose="020B0604030504040204" pitchFamily="34" charset="0"/>
                          <a:ea typeface="Tahoma" panose="020B0604030504040204" pitchFamily="34" charset="0"/>
                          <a:cs typeface="Tahoma" panose="020B0604030504040204" pitchFamily="34" charset="0"/>
                        </a:rPr>
                        <a:t>Tuned CV PR-AUC</a:t>
                      </a:r>
                      <a:endParaRPr lang="en-US" sz="13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marL="127000" marR="127000" marT="114300" marB="1143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E9F6F4"/>
                    </a:solidFill>
                  </a:tcPr>
                </a:tc>
                <a:tc>
                  <a:txBody>
                    <a:bodyPr/>
                    <a:lstStyle/>
                    <a:p>
                      <a:pPr marL="0" indent="0" algn="l">
                        <a:lnSpc>
                          <a:spcPct val="100000"/>
                        </a:lnSpc>
                        <a:buNone/>
                      </a:pPr>
                      <a:r>
                        <a:rPr lang="en-IL" sz="1300" b="1" kern="1200" dirty="0">
                          <a:solidFill>
                            <a:schemeClr val="tx1"/>
                          </a:solidFill>
                          <a:latin typeface="Tahoma" panose="020B0604030504040204" pitchFamily="34" charset="0"/>
                          <a:ea typeface="+mn-ea"/>
                          <a:cs typeface="+mn-cs"/>
                        </a:rPr>
                        <a:t>Tuning runtime (s)</a:t>
                      </a:r>
                      <a:endParaRPr lang="en-US" sz="1300" b="1" kern="12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marL="127000" marR="127000" marT="114300" marB="1143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E9F6F4"/>
                    </a:solidFill>
                  </a:tcPr>
                </a:tc>
                <a:extLst>
                  <a:ext uri="{0D108BD9-81ED-4DB2-BD59-A6C34878D82A}">
                    <a16:rowId xmlns:a16="http://schemas.microsoft.com/office/drawing/2014/main" val="10000"/>
                  </a:ext>
                </a:extLst>
              </a:tr>
              <a:tr h="701311">
                <a:tc>
                  <a:txBody>
                    <a:bodyPr/>
                    <a:lstStyle/>
                    <a:p>
                      <a:pPr marL="0" indent="0">
                        <a:lnSpc>
                          <a:spcPts val="1820"/>
                        </a:lnSpc>
                        <a:buNone/>
                      </a:pPr>
                      <a:r>
                        <a:rPr lang="en-US" sz="1300" dirty="0">
                          <a:solidFill>
                            <a:schemeClr val="bg1"/>
                          </a:solidFill>
                          <a:latin typeface="Tahoma" panose="020B0604030504040204" pitchFamily="34" charset="0"/>
                          <a:ea typeface="Tahoma" panose="020B0604030504040204" pitchFamily="34" charset="0"/>
                          <a:cs typeface="Tahoma" panose="020B0604030504040204" pitchFamily="34" charset="0"/>
                        </a:rPr>
                        <a:t>Logistic regression - locked</a:t>
                      </a:r>
                    </a:p>
                  </a:txBody>
                  <a:tcPr marL="127000" marR="127000" marT="114300" marB="1143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045459"/>
                    </a:solidFill>
                  </a:tcPr>
                </a:tc>
                <a:tc>
                  <a:txBody>
                    <a:bodyPr/>
                    <a:lstStyle/>
                    <a:p>
                      <a:pPr marL="0" indent="0" algn="ctr">
                        <a:lnSpc>
                          <a:spcPts val="1820"/>
                        </a:lnSpc>
                        <a:buNone/>
                      </a:pPr>
                      <a:r>
                        <a:rPr lang="en-US" sz="1300" dirty="0">
                          <a:solidFill>
                            <a:schemeClr val="bg1"/>
                          </a:solidFill>
                          <a:latin typeface="Tahoma" panose="020B0604030504040204" pitchFamily="34" charset="0"/>
                          <a:ea typeface="Tahoma" panose="020B0604030504040204" pitchFamily="34" charset="0"/>
                          <a:cs typeface="Tahoma" panose="020B0604030504040204" pitchFamily="34" charset="0"/>
                        </a:rPr>
                        <a:t>0.329</a:t>
                      </a:r>
                    </a:p>
                  </a:txBody>
                  <a:tcPr marL="127000" marR="127000" marT="114300" marB="1143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045459"/>
                    </a:solidFill>
                  </a:tcPr>
                </a:tc>
                <a:tc>
                  <a:txBody>
                    <a:bodyPr/>
                    <a:lstStyle/>
                    <a:p>
                      <a:pPr marL="0" indent="0" algn="ctr">
                        <a:lnSpc>
                          <a:spcPct val="100000"/>
                        </a:lnSpc>
                        <a:buNone/>
                      </a:pPr>
                      <a:r>
                        <a:rPr lang="en-IL" sz="1300" kern="1200" dirty="0">
                          <a:solidFill>
                            <a:schemeClr val="bg1"/>
                          </a:solidFill>
                          <a:latin typeface="Tahoma" panose="020B0604030504040204" pitchFamily="34" charset="0"/>
                          <a:ea typeface="+mn-ea"/>
                          <a:cs typeface="+mn-cs"/>
                        </a:rPr>
                        <a:t>11</a:t>
                      </a:r>
                      <a:endParaRPr lang="en-US" sz="1300" kern="1200" dirty="0">
                        <a:solidFill>
                          <a:schemeClr val="bg1"/>
                        </a:solidFill>
                        <a:latin typeface="Tahoma" panose="020B0604030504040204" pitchFamily="34" charset="0"/>
                        <a:ea typeface="Tahoma" panose="020B0604030504040204" pitchFamily="34" charset="0"/>
                        <a:cs typeface="Tahoma" panose="020B0604030504040204" pitchFamily="34" charset="0"/>
                      </a:endParaRPr>
                    </a:p>
                  </a:txBody>
                  <a:tcPr marL="127000" marR="127000" marT="114300" marB="1143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045459"/>
                    </a:solidFill>
                  </a:tcPr>
                </a:tc>
                <a:extLst>
                  <a:ext uri="{0D108BD9-81ED-4DB2-BD59-A6C34878D82A}">
                    <a16:rowId xmlns:a16="http://schemas.microsoft.com/office/drawing/2014/main" val="10001"/>
                  </a:ext>
                </a:extLst>
              </a:tr>
              <a:tr h="470214">
                <a:tc>
                  <a:txBody>
                    <a:bodyPr/>
                    <a:lstStyle/>
                    <a:p>
                      <a:pPr marL="0" indent="0">
                        <a:lnSpc>
                          <a:spcPts val="1820"/>
                        </a:lnSpc>
                        <a:buNone/>
                      </a:pPr>
                      <a:r>
                        <a:rPr lang="en-US" sz="1300" dirty="0">
                          <a:solidFill>
                            <a:srgbClr val="16313A"/>
                          </a:solidFill>
                          <a:latin typeface="Tahoma" panose="020B0604030504040204" pitchFamily="34" charset="0"/>
                          <a:ea typeface="Tahoma" panose="020B0604030504040204" pitchFamily="34" charset="0"/>
                          <a:cs typeface="Tahoma" panose="020B0604030504040204" pitchFamily="34" charset="0"/>
                        </a:rPr>
                        <a:t>CatBoost</a:t>
                      </a:r>
                      <a:endParaRPr lang="en-US" sz="1300" dirty="0">
                        <a:latin typeface="Tahoma" panose="020B0604030504040204" pitchFamily="34" charset="0"/>
                        <a:ea typeface="Tahoma" panose="020B0604030504040204" pitchFamily="34" charset="0"/>
                        <a:cs typeface="Tahoma" panose="020B0604030504040204" pitchFamily="34" charset="0"/>
                      </a:endParaRPr>
                    </a:p>
                  </a:txBody>
                  <a:tcPr marL="127000" marR="127000" marT="114300" marB="1143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FFFFFF"/>
                    </a:solidFill>
                  </a:tcPr>
                </a:tc>
                <a:tc>
                  <a:txBody>
                    <a:bodyPr/>
                    <a:lstStyle/>
                    <a:p>
                      <a:pPr marL="0" indent="0" algn="ctr">
                        <a:lnSpc>
                          <a:spcPts val="1820"/>
                        </a:lnSpc>
                        <a:buNone/>
                      </a:pPr>
                      <a:r>
                        <a:rPr lang="en-US" sz="1300" dirty="0">
                          <a:solidFill>
                            <a:srgbClr val="16313A"/>
                          </a:solidFill>
                          <a:latin typeface="Tahoma" panose="020B0604030504040204" pitchFamily="34" charset="0"/>
                          <a:ea typeface="Tahoma" panose="020B0604030504040204" pitchFamily="34" charset="0"/>
                          <a:cs typeface="Tahoma" panose="020B0604030504040204" pitchFamily="34" charset="0"/>
                        </a:rPr>
                        <a:t>0.325</a:t>
                      </a:r>
                      <a:endParaRPr lang="en-US" sz="1300" dirty="0">
                        <a:latin typeface="Tahoma" panose="020B0604030504040204" pitchFamily="34" charset="0"/>
                        <a:ea typeface="Tahoma" panose="020B0604030504040204" pitchFamily="34" charset="0"/>
                        <a:cs typeface="Tahoma" panose="020B0604030504040204" pitchFamily="34" charset="0"/>
                      </a:endParaRPr>
                    </a:p>
                  </a:txBody>
                  <a:tcPr marL="127000" marR="127000" marT="114300" marB="1143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FFFFFF"/>
                    </a:solidFill>
                  </a:tcPr>
                </a:tc>
                <a:tc>
                  <a:txBody>
                    <a:bodyPr/>
                    <a:lstStyle/>
                    <a:p>
                      <a:pPr marL="0" indent="0" algn="ctr">
                        <a:lnSpc>
                          <a:spcPct val="100000"/>
                        </a:lnSpc>
                        <a:buNone/>
                      </a:pPr>
                      <a:r>
                        <a:rPr lang="en-IL" sz="1300" kern="1200" dirty="0">
                          <a:solidFill>
                            <a:srgbClr val="16313A"/>
                          </a:solidFill>
                          <a:latin typeface="Tahoma" panose="020B0604030504040204" pitchFamily="34" charset="0"/>
                          <a:ea typeface="+mn-ea"/>
                          <a:cs typeface="+mn-cs"/>
                        </a:rPr>
                        <a:t>1,547</a:t>
                      </a:r>
                      <a:endParaRPr lang="en-US" sz="1300" kern="1200" dirty="0">
                        <a:solidFill>
                          <a:srgbClr val="16313A"/>
                        </a:solidFill>
                        <a:latin typeface="Tahoma" panose="020B0604030504040204" pitchFamily="34" charset="0"/>
                        <a:ea typeface="Tahoma" panose="020B0604030504040204" pitchFamily="34" charset="0"/>
                        <a:cs typeface="Tahoma" panose="020B0604030504040204" pitchFamily="34" charset="0"/>
                      </a:endParaRPr>
                    </a:p>
                  </a:txBody>
                  <a:tcPr marL="127000" marR="127000" marT="114300" marB="1143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0214">
                <a:tc>
                  <a:txBody>
                    <a:bodyPr/>
                    <a:lstStyle/>
                    <a:p>
                      <a:pPr marL="0" indent="0">
                        <a:lnSpc>
                          <a:spcPts val="1820"/>
                        </a:lnSpc>
                        <a:buNone/>
                      </a:pPr>
                      <a:r>
                        <a:rPr lang="en-US" sz="1300" dirty="0">
                          <a:solidFill>
                            <a:srgbClr val="16313A"/>
                          </a:solidFill>
                          <a:latin typeface="Tahoma" panose="020B0604030504040204" pitchFamily="34" charset="0"/>
                          <a:ea typeface="Tahoma" panose="020B0604030504040204" pitchFamily="34" charset="0"/>
                          <a:cs typeface="Tahoma" panose="020B0604030504040204" pitchFamily="34" charset="0"/>
                        </a:rPr>
                        <a:t>XGBoost</a:t>
                      </a:r>
                      <a:endParaRPr lang="en-US" sz="1300" dirty="0">
                        <a:latin typeface="Tahoma" panose="020B0604030504040204" pitchFamily="34" charset="0"/>
                        <a:ea typeface="Tahoma" panose="020B0604030504040204" pitchFamily="34" charset="0"/>
                        <a:cs typeface="Tahoma" panose="020B0604030504040204" pitchFamily="34" charset="0"/>
                      </a:endParaRPr>
                    </a:p>
                  </a:txBody>
                  <a:tcPr marL="127000" marR="127000" marT="114300" marB="1143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FFFFFF"/>
                    </a:solidFill>
                  </a:tcPr>
                </a:tc>
                <a:tc>
                  <a:txBody>
                    <a:bodyPr/>
                    <a:lstStyle/>
                    <a:p>
                      <a:pPr marL="0" indent="0" algn="ctr">
                        <a:lnSpc>
                          <a:spcPts val="1820"/>
                        </a:lnSpc>
                        <a:buNone/>
                      </a:pPr>
                      <a:r>
                        <a:rPr lang="en-US" sz="1300" dirty="0">
                          <a:solidFill>
                            <a:srgbClr val="16313A"/>
                          </a:solidFill>
                          <a:latin typeface="Tahoma" panose="020B0604030504040204" pitchFamily="34" charset="0"/>
                          <a:ea typeface="Tahoma" panose="020B0604030504040204" pitchFamily="34" charset="0"/>
                          <a:cs typeface="Tahoma" panose="020B0604030504040204" pitchFamily="34" charset="0"/>
                        </a:rPr>
                        <a:t>0.289</a:t>
                      </a:r>
                      <a:endParaRPr lang="en-US" sz="1300" dirty="0">
                        <a:latin typeface="Tahoma" panose="020B0604030504040204" pitchFamily="34" charset="0"/>
                        <a:ea typeface="Tahoma" panose="020B0604030504040204" pitchFamily="34" charset="0"/>
                        <a:cs typeface="Tahoma" panose="020B0604030504040204" pitchFamily="34" charset="0"/>
                      </a:endParaRPr>
                    </a:p>
                  </a:txBody>
                  <a:tcPr marL="127000" marR="127000" marT="114300" marB="1143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FFFFFF"/>
                    </a:solidFill>
                  </a:tcPr>
                </a:tc>
                <a:tc>
                  <a:txBody>
                    <a:bodyPr/>
                    <a:lstStyle/>
                    <a:p>
                      <a:pPr marL="0" indent="0" algn="ctr">
                        <a:lnSpc>
                          <a:spcPct val="100000"/>
                        </a:lnSpc>
                        <a:buNone/>
                      </a:pPr>
                      <a:r>
                        <a:rPr lang="en-IL" sz="1300" kern="1200" dirty="0">
                          <a:solidFill>
                            <a:srgbClr val="16313A"/>
                          </a:solidFill>
                          <a:latin typeface="Tahoma" panose="020B0604030504040204" pitchFamily="34" charset="0"/>
                          <a:ea typeface="+mn-ea"/>
                          <a:cs typeface="+mn-cs"/>
                        </a:rPr>
                        <a:t>31</a:t>
                      </a:r>
                      <a:endParaRPr lang="en-US" sz="1300" kern="1200" dirty="0">
                        <a:solidFill>
                          <a:srgbClr val="16313A"/>
                        </a:solidFill>
                        <a:latin typeface="Tahoma" panose="020B0604030504040204" pitchFamily="34" charset="0"/>
                        <a:ea typeface="Tahoma" panose="020B0604030504040204" pitchFamily="34" charset="0"/>
                        <a:cs typeface="Tahoma" panose="020B0604030504040204" pitchFamily="34" charset="0"/>
                      </a:endParaRPr>
                    </a:p>
                  </a:txBody>
                  <a:tcPr marL="127000" marR="127000" marT="114300" marB="1143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0214">
                <a:tc>
                  <a:txBody>
                    <a:bodyPr/>
                    <a:lstStyle/>
                    <a:p>
                      <a:pPr marL="0" indent="0">
                        <a:lnSpc>
                          <a:spcPts val="1820"/>
                        </a:lnSpc>
                        <a:buNone/>
                      </a:pPr>
                      <a:r>
                        <a:rPr lang="en-US" sz="1300" dirty="0">
                          <a:solidFill>
                            <a:srgbClr val="16313A"/>
                          </a:solidFill>
                          <a:latin typeface="Tahoma" panose="020B0604030504040204" pitchFamily="34" charset="0"/>
                          <a:ea typeface="Tahoma" panose="020B0604030504040204" pitchFamily="34" charset="0"/>
                          <a:cs typeface="Tahoma" panose="020B0604030504040204" pitchFamily="34" charset="0"/>
                        </a:rPr>
                        <a:t>Random forest</a:t>
                      </a:r>
                      <a:endParaRPr lang="en-US" sz="1300" dirty="0">
                        <a:latin typeface="Tahoma" panose="020B0604030504040204" pitchFamily="34" charset="0"/>
                        <a:ea typeface="Tahoma" panose="020B0604030504040204" pitchFamily="34" charset="0"/>
                        <a:cs typeface="Tahoma" panose="020B0604030504040204" pitchFamily="34" charset="0"/>
                      </a:endParaRPr>
                    </a:p>
                  </a:txBody>
                  <a:tcPr marL="127000" marR="127000" marT="114300" marB="1143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FFFFFF"/>
                    </a:solidFill>
                  </a:tcPr>
                </a:tc>
                <a:tc>
                  <a:txBody>
                    <a:bodyPr/>
                    <a:lstStyle/>
                    <a:p>
                      <a:pPr marL="0" indent="0" algn="ctr">
                        <a:lnSpc>
                          <a:spcPts val="1820"/>
                        </a:lnSpc>
                        <a:buNone/>
                      </a:pPr>
                      <a:r>
                        <a:rPr lang="en-US" sz="1300" dirty="0">
                          <a:solidFill>
                            <a:srgbClr val="16313A"/>
                          </a:solidFill>
                          <a:latin typeface="Tahoma" panose="020B0604030504040204" pitchFamily="34" charset="0"/>
                          <a:ea typeface="Tahoma" panose="020B0604030504040204" pitchFamily="34" charset="0"/>
                          <a:cs typeface="Tahoma" panose="020B0604030504040204" pitchFamily="34" charset="0"/>
                        </a:rPr>
                        <a:t>0.289</a:t>
                      </a:r>
                      <a:endParaRPr lang="en-US" sz="1300" dirty="0">
                        <a:latin typeface="Tahoma" panose="020B0604030504040204" pitchFamily="34" charset="0"/>
                        <a:ea typeface="Tahoma" panose="020B0604030504040204" pitchFamily="34" charset="0"/>
                        <a:cs typeface="Tahoma" panose="020B0604030504040204" pitchFamily="34" charset="0"/>
                      </a:endParaRPr>
                    </a:p>
                  </a:txBody>
                  <a:tcPr marL="127000" marR="127000" marT="114300" marB="1143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FFFFFF"/>
                    </a:solidFill>
                  </a:tcPr>
                </a:tc>
                <a:tc>
                  <a:txBody>
                    <a:bodyPr/>
                    <a:lstStyle/>
                    <a:p>
                      <a:pPr marL="0" indent="0" algn="ctr">
                        <a:lnSpc>
                          <a:spcPct val="100000"/>
                        </a:lnSpc>
                        <a:buNone/>
                      </a:pPr>
                      <a:r>
                        <a:rPr lang="en-IL" sz="1300" kern="1200" dirty="0">
                          <a:solidFill>
                            <a:srgbClr val="16313A"/>
                          </a:solidFill>
                          <a:latin typeface="Tahoma" panose="020B0604030504040204" pitchFamily="34" charset="0"/>
                          <a:ea typeface="+mn-ea"/>
                          <a:cs typeface="+mn-cs"/>
                        </a:rPr>
                        <a:t>86</a:t>
                      </a:r>
                      <a:endParaRPr lang="en-US" sz="1300" kern="1200" dirty="0">
                        <a:solidFill>
                          <a:srgbClr val="16313A"/>
                        </a:solidFill>
                        <a:latin typeface="Tahoma" panose="020B0604030504040204" pitchFamily="34" charset="0"/>
                        <a:ea typeface="Tahoma" panose="020B0604030504040204" pitchFamily="34" charset="0"/>
                        <a:cs typeface="Tahoma" panose="020B0604030504040204" pitchFamily="34" charset="0"/>
                      </a:endParaRPr>
                    </a:p>
                  </a:txBody>
                  <a:tcPr marL="127000" marR="127000" marT="114300" marB="114300">
                    <a:lnL w="12700" cap="flat" cmpd="sng" algn="ctr">
                      <a:solidFill>
                        <a:srgbClr val="C4CDCF"/>
                      </a:solidFill>
                      <a:prstDash val="solid"/>
                      <a:round/>
                      <a:headEnd type="none" w="med" len="med"/>
                      <a:tailEnd type="none" w="med" len="med"/>
                    </a:lnL>
                    <a:lnR w="12700" cap="flat" cmpd="sng" algn="ctr">
                      <a:solidFill>
                        <a:srgbClr val="C4CDCF"/>
                      </a:solidFill>
                      <a:prstDash val="solid"/>
                      <a:round/>
                      <a:headEnd type="none" w="med" len="med"/>
                      <a:tailEnd type="none" w="med" len="med"/>
                    </a:lnR>
                    <a:lnT w="12700" cap="flat" cmpd="sng" algn="ctr">
                      <a:solidFill>
                        <a:srgbClr val="C4CDCF"/>
                      </a:solidFill>
                      <a:prstDash val="solid"/>
                      <a:round/>
                      <a:headEnd type="none" w="med" len="med"/>
                      <a:tailEnd type="none" w="med" len="med"/>
                    </a:lnT>
                    <a:lnB w="12700" cap="flat" cmpd="sng" algn="ctr">
                      <a:solidFill>
                        <a:srgbClr val="C4CDC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Shape 3"/>
          <p:cNvSpPr/>
          <p:nvPr/>
        </p:nvSpPr>
        <p:spPr>
          <a:xfrm>
            <a:off x="812767" y="4558767"/>
            <a:ext cx="4390760" cy="1486462"/>
          </a:xfrm>
          <a:prstGeom prst="roundRect">
            <a:avLst>
              <a:gd name="adj" fmla="val 5981"/>
            </a:avLst>
          </a:prstGeom>
          <a:solidFill>
            <a:srgbClr val="E9F6F4"/>
          </a:solidFill>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7" name="Text 4"/>
          <p:cNvSpPr/>
          <p:nvPr/>
        </p:nvSpPr>
        <p:spPr>
          <a:xfrm>
            <a:off x="1015917" y="4779974"/>
            <a:ext cx="4103993" cy="223507"/>
          </a:xfrm>
          <a:prstGeom prst="rect">
            <a:avLst/>
          </a:prstGeom>
          <a:noFill/>
          <a:ln/>
        </p:spPr>
        <p:txBody>
          <a:bodyPr wrap="square" lIns="0" tIns="0" rIns="0" bIns="0" rtlCol="0" anchor="t">
            <a:normAutofit/>
          </a:bodyPr>
          <a:lstStyle/>
          <a:p>
            <a:pPr marL="0" indent="0" algn="l">
              <a:lnSpc>
                <a:spcPts val="1560"/>
              </a:lnSpc>
              <a:buNone/>
            </a:pPr>
            <a:r>
              <a:rPr lang="en-US" sz="1400" b="1" dirty="0">
                <a:solidFill>
                  <a:srgbClr val="0F6E69"/>
                </a:solidFill>
                <a:latin typeface="Tahoma" panose="020B0604030504040204" pitchFamily="34" charset="0"/>
                <a:ea typeface="Tahoma" panose="020B0604030504040204" pitchFamily="34" charset="0"/>
                <a:cs typeface="Tahoma" panose="020B0604030504040204" pitchFamily="34" charset="0"/>
              </a:rPr>
              <a:t>Takeaway</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8" name="Text 5"/>
          <p:cNvSpPr/>
          <p:nvPr/>
        </p:nvSpPr>
        <p:spPr>
          <a:xfrm>
            <a:off x="952467" y="5003482"/>
            <a:ext cx="4251060" cy="884076"/>
          </a:xfrm>
          <a:prstGeom prst="rect">
            <a:avLst/>
          </a:prstGeom>
          <a:noFill/>
          <a:ln/>
        </p:spPr>
        <p:txBody>
          <a:bodyPr wrap="square" lIns="0" tIns="0" rIns="0" bIns="0" rtlCol="0" anchor="t">
            <a:normAutofit fontScale="92500" lnSpcReduction="20000"/>
          </a:bodyPr>
          <a:lstStyle/>
          <a:p>
            <a:pPr marL="0" indent="0" algn="l">
              <a:lnSpc>
                <a:spcPct val="170000"/>
              </a:lnSpc>
              <a:buNone/>
            </a:pPr>
            <a:r>
              <a:rPr lang="en-US" sz="1400" dirty="0">
                <a:latin typeface="Tahoma" panose="020B0604030504040204" pitchFamily="34" charset="0"/>
                <a:ea typeface="Tahoma" panose="020B0604030504040204" pitchFamily="34" charset="0"/>
                <a:cs typeface="Tahoma" panose="020B0604030504040204" pitchFamily="34" charset="0"/>
              </a:rPr>
              <a:t>Logistic regression and </a:t>
            </a:r>
            <a:r>
              <a:rPr lang="en-US" sz="1400" dirty="0" err="1">
                <a:latin typeface="Tahoma" panose="020B0604030504040204" pitchFamily="34" charset="0"/>
                <a:ea typeface="Tahoma" panose="020B0604030504040204" pitchFamily="34" charset="0"/>
                <a:cs typeface="Tahoma" panose="020B0604030504040204" pitchFamily="34" charset="0"/>
              </a:rPr>
              <a:t>CatBoost</a:t>
            </a:r>
            <a:r>
              <a:rPr lang="en-US" sz="1400" dirty="0">
                <a:latin typeface="Tahoma" panose="020B0604030504040204" pitchFamily="34" charset="0"/>
                <a:ea typeface="Tahoma" panose="020B0604030504040204" pitchFamily="34" charset="0"/>
                <a:cs typeface="Tahoma" panose="020B0604030504040204" pitchFamily="34" charset="0"/>
              </a:rPr>
              <a:t> were a near-tie on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CV PR-AUC. The tie was resolved for the cheaper, more interpretable SMOTE-balanced linear model.</a:t>
            </a:r>
          </a:p>
        </p:txBody>
      </p:sp>
      <p:sp>
        <p:nvSpPr>
          <p:cNvPr id="9" name="Shape 6"/>
          <p:cNvSpPr/>
          <p:nvPr/>
        </p:nvSpPr>
        <p:spPr>
          <a:xfrm>
            <a:off x="6238980" y="1580421"/>
            <a:ext cx="4914768" cy="4461635"/>
          </a:xfrm>
          <a:prstGeom prst="roundRect">
            <a:avLst>
              <a:gd name="adj" fmla="val 1921"/>
            </a:avLst>
          </a:prstGeom>
          <a:solidFill>
            <a:srgbClr val="FFFFFF"/>
          </a:solidFill>
          <a:ln w="6350">
            <a:solidFill>
              <a:srgbClr val="DCE6E5"/>
            </a:solidFill>
            <a:prstDash val="solid"/>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10" name="Text 7"/>
          <p:cNvSpPr/>
          <p:nvPr/>
        </p:nvSpPr>
        <p:spPr>
          <a:xfrm>
            <a:off x="6393480" y="1734920"/>
            <a:ext cx="3984097" cy="231114"/>
          </a:xfrm>
          <a:prstGeom prst="rect">
            <a:avLst/>
          </a:prstGeom>
          <a:noFill/>
          <a:ln/>
        </p:spPr>
        <p:txBody>
          <a:bodyPr wrap="square" lIns="0" tIns="0" rIns="0" bIns="0" rtlCol="0" anchor="t">
            <a:normAutofit/>
          </a:bodyPr>
          <a:lstStyle/>
          <a:p>
            <a:pPr marL="0" indent="0" algn="l">
              <a:lnSpc>
                <a:spcPts val="1620"/>
              </a:lnSpc>
              <a:buNone/>
            </a:pPr>
            <a:r>
              <a:rPr lang="en-US" sz="1350" b="1" dirty="0">
                <a:solidFill>
                  <a:srgbClr val="1A8F8A"/>
                </a:solidFill>
                <a:latin typeface="Tahoma" panose="020B0604030504040204" pitchFamily="34" charset="0"/>
                <a:ea typeface="Tahoma" panose="020B0604030504040204" pitchFamily="34" charset="0"/>
                <a:cs typeface="Tahoma" panose="020B0604030504040204" pitchFamily="34" charset="0"/>
              </a:rPr>
              <a:t>Tuned CV PR-AUC by model</a:t>
            </a:r>
            <a:endParaRPr lang="en-US" sz="1350" dirty="0">
              <a:latin typeface="Tahoma" panose="020B0604030504040204" pitchFamily="34" charset="0"/>
              <a:ea typeface="Tahoma" panose="020B0604030504040204" pitchFamily="34" charset="0"/>
              <a:cs typeface="Tahoma" panose="020B0604030504040204" pitchFamily="34" charset="0"/>
            </a:endParaRPr>
          </a:p>
        </p:txBody>
      </p:sp>
      <p:pic>
        <p:nvPicPr>
          <p:cNvPr id="11" name="Image 0" descr="Bar chart comparing tuned cross-validated PR-AUC for logistic regression, CatBoost, XGBoost and random forest"/>
          <p:cNvPicPr>
            <a:picLocks noChangeAspect="1"/>
          </p:cNvPicPr>
          <p:nvPr/>
        </p:nvPicPr>
        <p:blipFill>
          <a:blip r:embed="rId3"/>
          <a:srcRect t="-1" b="-1"/>
          <a:stretch/>
        </p:blipFill>
        <p:spPr>
          <a:xfrm>
            <a:off x="6393480" y="2004135"/>
            <a:ext cx="4760268" cy="3883422"/>
          </a:xfrm>
          <a:prstGeom prst="rect">
            <a:avLst/>
          </a:prstGeom>
        </p:spPr>
      </p:pic>
      <p:sp>
        <p:nvSpPr>
          <p:cNvPr id="12" name="Text 8"/>
          <p:cNvSpPr/>
          <p:nvPr/>
        </p:nvSpPr>
        <p:spPr>
          <a:xfrm>
            <a:off x="406383" y="6289142"/>
            <a:ext cx="23369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3A6"/>
                </a:solidFill>
                <a:latin typeface="Tahoma" panose="020B0604030504040204" pitchFamily="34" charset="0"/>
                <a:ea typeface="Tahoma" panose="020B0604030504040204" pitchFamily="34" charset="0"/>
                <a:cs typeface="Tahoma" panose="020B0604030504040204" pitchFamily="34" charset="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9F9"/>
        </a:solidFill>
        <a:effectLst/>
      </p:bgPr>
    </p:bg>
    <p:spTree>
      <p:nvGrpSpPr>
        <p:cNvPr id="1" name="">
          <a:extLst>
            <a:ext uri="{FF2B5EF4-FFF2-40B4-BE49-F238E27FC236}">
              <a16:creationId xmlns:a16="http://schemas.microsoft.com/office/drawing/2014/main" id="{C860FEE2-AD66-2510-7C05-54E85575819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307F909-3836-7E3F-0B6D-462AA5E27152}"/>
              </a:ext>
            </a:extLst>
          </p:cNvPr>
          <p:cNvSpPr/>
          <p:nvPr/>
        </p:nvSpPr>
        <p:spPr>
          <a:xfrm>
            <a:off x="406383" y="6289142"/>
            <a:ext cx="23369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3A6"/>
                </a:solidFill>
                <a:latin typeface="Tahoma" panose="020B0604030504040204" pitchFamily="34" charset="0"/>
                <a:ea typeface="Tahoma" panose="020B0604030504040204" pitchFamily="34" charset="0"/>
                <a:cs typeface="Tahoma" panose="020B0604030504040204" pitchFamily="34" charset="0"/>
              </a:rPr>
              <a:t>09</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3" name="Text 1">
            <a:extLst>
              <a:ext uri="{FF2B5EF4-FFF2-40B4-BE49-F238E27FC236}">
                <a16:creationId xmlns:a16="http://schemas.microsoft.com/office/drawing/2014/main" id="{0935F32E-BACE-E6D3-8B25-45C3B570137B}"/>
              </a:ext>
            </a:extLst>
          </p:cNvPr>
          <p:cNvSpPr/>
          <p:nvPr/>
        </p:nvSpPr>
        <p:spPr>
          <a:xfrm>
            <a:off x="812808" y="467981"/>
            <a:ext cx="10587179" cy="405160"/>
          </a:xfrm>
          <a:prstGeom prst="rect">
            <a:avLst/>
          </a:prstGeom>
          <a:noFill/>
          <a:ln/>
        </p:spPr>
        <p:txBody>
          <a:bodyPr wrap="square" lIns="0" tIns="0" rIns="0" bIns="0" rtlCol="0" anchor="t">
            <a:normAutofit/>
          </a:bodyPr>
          <a:lstStyle/>
          <a:p>
            <a:pPr marL="0" indent="0" algn="l">
              <a:lnSpc>
                <a:spcPts val="2990"/>
              </a:lnSpc>
              <a:buNone/>
            </a:pPr>
            <a:r>
              <a:rPr lang="en-US" sz="2600" b="1" dirty="0">
                <a:solidFill>
                  <a:srgbClr val="16313A"/>
                </a:solidFill>
                <a:latin typeface="Tahoma" panose="020B0604030504040204" pitchFamily="34" charset="0"/>
                <a:ea typeface="Tahoma" panose="020B0604030504040204" pitchFamily="34" charset="0"/>
                <a:cs typeface="Tahoma" panose="020B0604030504040204" pitchFamily="34" charset="0"/>
              </a:rPr>
              <a:t>Final model performance</a:t>
            </a:r>
            <a:endParaRPr lang="en-US" sz="2600" b="1" dirty="0">
              <a:latin typeface="Tahoma" panose="020B0604030504040204" pitchFamily="34" charset="0"/>
              <a:ea typeface="Tahoma" panose="020B0604030504040204" pitchFamily="34" charset="0"/>
              <a:cs typeface="Tahoma" panose="020B0604030504040204" pitchFamily="34" charset="0"/>
            </a:endParaRPr>
          </a:p>
        </p:txBody>
      </p:sp>
      <p:sp>
        <p:nvSpPr>
          <p:cNvPr id="4" name="Text 2">
            <a:extLst>
              <a:ext uri="{FF2B5EF4-FFF2-40B4-BE49-F238E27FC236}">
                <a16:creationId xmlns:a16="http://schemas.microsoft.com/office/drawing/2014/main" id="{E33CB0A0-F902-919D-B66C-7CB91DDE13E0}"/>
              </a:ext>
            </a:extLst>
          </p:cNvPr>
          <p:cNvSpPr/>
          <p:nvPr/>
        </p:nvSpPr>
        <p:spPr>
          <a:xfrm>
            <a:off x="812808" y="6045150"/>
            <a:ext cx="10883374" cy="205399"/>
          </a:xfrm>
          <a:prstGeom prst="rect">
            <a:avLst/>
          </a:prstGeom>
          <a:noFill/>
          <a:ln/>
        </p:spPr>
        <p:txBody>
          <a:bodyPr wrap="square" lIns="0" tIns="0" rIns="0" bIns="0" rtlCol="0" anchor="t">
            <a:normAutofit lnSpcReduction="10000"/>
          </a:bodyPr>
          <a:lstStyle/>
          <a:p>
            <a:r>
              <a:rPr lang="en-IL" sz="1400" b="1" dirty="0">
                <a:latin typeface="Tahoma" panose="020B0604030504040204" pitchFamily="34" charset="0"/>
                <a:ea typeface="Tahoma" panose="020B0604030504040204" pitchFamily="34" charset="0"/>
                <a:cs typeface="Tahoma" panose="020B0604030504040204" pitchFamily="34" charset="0"/>
              </a:rPr>
              <a:t>Clinical workload:</a:t>
            </a:r>
            <a:r>
              <a:rPr lang="en-IL" sz="1400" dirty="0">
                <a:latin typeface="Tahoma" panose="020B0604030504040204" pitchFamily="34" charset="0"/>
                <a:ea typeface="Tahoma" panose="020B0604030504040204" pitchFamily="34" charset="0"/>
                <a:cs typeface="Tahoma" panose="020B0604030504040204" pitchFamily="34" charset="0"/>
              </a:rPr>
              <a:t> 82.9 alerts per 1,000 procedures</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5">
            <a:extLst>
              <a:ext uri="{FF2B5EF4-FFF2-40B4-BE49-F238E27FC236}">
                <a16:creationId xmlns:a16="http://schemas.microsoft.com/office/drawing/2014/main" id="{211B44B8-C6C3-8E62-D15C-23E4E5AF5D27}"/>
              </a:ext>
            </a:extLst>
          </p:cNvPr>
          <p:cNvSpPr/>
          <p:nvPr/>
        </p:nvSpPr>
        <p:spPr>
          <a:xfrm>
            <a:off x="679412" y="1758931"/>
            <a:ext cx="6375565" cy="4145293"/>
          </a:xfrm>
          <a:prstGeom prst="roundRect">
            <a:avLst>
              <a:gd name="adj" fmla="val 2068"/>
            </a:avLst>
          </a:prstGeom>
          <a:solidFill>
            <a:srgbClr val="FFFFFF"/>
          </a:solidFill>
          <a:ln w="6350">
            <a:solidFill>
              <a:srgbClr val="DCE6E5"/>
            </a:solidFill>
            <a:prstDash val="solid"/>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8" name="Text 6">
            <a:extLst>
              <a:ext uri="{FF2B5EF4-FFF2-40B4-BE49-F238E27FC236}">
                <a16:creationId xmlns:a16="http://schemas.microsoft.com/office/drawing/2014/main" id="{EB11E377-D82B-8AFF-C511-E8D97AE815C0}"/>
              </a:ext>
            </a:extLst>
          </p:cNvPr>
          <p:cNvSpPr/>
          <p:nvPr/>
        </p:nvSpPr>
        <p:spPr>
          <a:xfrm>
            <a:off x="821179" y="1900696"/>
            <a:ext cx="6274792" cy="223507"/>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A8F8A"/>
                </a:solidFill>
                <a:latin typeface="Tahoma" panose="020B0604030504040204" pitchFamily="34" charset="0"/>
                <a:ea typeface="Tahoma" panose="020B0604030504040204" pitchFamily="34" charset="0"/>
                <a:cs typeface="Tahoma" panose="020B0604030504040204" pitchFamily="34" charset="0"/>
              </a:rPr>
              <a:t>What drives the score (SHAP)</a:t>
            </a:r>
            <a:endParaRPr lang="en-US" sz="1300" dirty="0">
              <a:latin typeface="Tahoma" panose="020B0604030504040204" pitchFamily="34" charset="0"/>
              <a:ea typeface="Tahoma" panose="020B0604030504040204" pitchFamily="34" charset="0"/>
              <a:cs typeface="Tahoma" panose="020B0604030504040204" pitchFamily="34" charset="0"/>
            </a:endParaRPr>
          </a:p>
        </p:txBody>
      </p:sp>
      <p:pic>
        <p:nvPicPr>
          <p:cNvPr id="9" name="Image 0" descr="SHAP feature importance chart: activity cluster general surgery, thoracic surgery, MRSA screening, urinary catheter, procedure code, text-derived risk score, age, detected pathogen">
            <a:extLst>
              <a:ext uri="{FF2B5EF4-FFF2-40B4-BE49-F238E27FC236}">
                <a16:creationId xmlns:a16="http://schemas.microsoft.com/office/drawing/2014/main" id="{9863762A-76B3-EA58-4D1F-3DB4E986DAC1}"/>
              </a:ext>
            </a:extLst>
          </p:cNvPr>
          <p:cNvPicPr>
            <a:picLocks noChangeAspect="1"/>
          </p:cNvPicPr>
          <p:nvPr/>
        </p:nvPicPr>
        <p:blipFill>
          <a:blip r:embed="rId3"/>
          <a:srcRect t="3184"/>
          <a:stretch/>
        </p:blipFill>
        <p:spPr>
          <a:xfrm>
            <a:off x="885010" y="2139900"/>
            <a:ext cx="5860855" cy="3664629"/>
          </a:xfrm>
          <a:prstGeom prst="rect">
            <a:avLst/>
          </a:prstGeom>
        </p:spPr>
      </p:pic>
      <p:sp>
        <p:nvSpPr>
          <p:cNvPr id="29" name="Shape 3">
            <a:extLst>
              <a:ext uri="{FF2B5EF4-FFF2-40B4-BE49-F238E27FC236}">
                <a16:creationId xmlns:a16="http://schemas.microsoft.com/office/drawing/2014/main" id="{91989665-97A4-C6E0-3F93-8FA4821E438C}"/>
              </a:ext>
            </a:extLst>
          </p:cNvPr>
          <p:cNvSpPr/>
          <p:nvPr/>
        </p:nvSpPr>
        <p:spPr>
          <a:xfrm>
            <a:off x="7423847" y="1758888"/>
            <a:ext cx="4045992" cy="4145211"/>
          </a:xfrm>
          <a:prstGeom prst="roundRect">
            <a:avLst>
              <a:gd name="adj" fmla="val 2119"/>
            </a:avLst>
          </a:prstGeom>
          <a:solidFill>
            <a:srgbClr val="FFFFFF"/>
          </a:solidFill>
          <a:ln w="6350">
            <a:solidFill>
              <a:srgbClr val="DCE6E5"/>
            </a:solidFill>
            <a:prstDash val="solid"/>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31" name="Text 4">
            <a:extLst>
              <a:ext uri="{FF2B5EF4-FFF2-40B4-BE49-F238E27FC236}">
                <a16:creationId xmlns:a16="http://schemas.microsoft.com/office/drawing/2014/main" id="{8FD36BC1-9BF9-92CD-1096-23B9A6012064}"/>
              </a:ext>
            </a:extLst>
          </p:cNvPr>
          <p:cNvSpPr/>
          <p:nvPr/>
        </p:nvSpPr>
        <p:spPr>
          <a:xfrm>
            <a:off x="7565614" y="1900659"/>
            <a:ext cx="3875331" cy="223507"/>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A8F8A"/>
                </a:solidFill>
                <a:latin typeface="Tahoma" panose="020B0604030504040204" pitchFamily="34" charset="0"/>
                <a:ea typeface="Tahoma" panose="020B0604030504040204" pitchFamily="34" charset="0"/>
                <a:cs typeface="Tahoma" panose="020B0604030504040204" pitchFamily="34" charset="0"/>
              </a:rPr>
              <a:t>Confusion matrix </a:t>
            </a:r>
            <a:r>
              <a:rPr lang="he-IL" sz="1300" b="1" dirty="0">
                <a:solidFill>
                  <a:srgbClr val="1A8F8A"/>
                </a:solidFill>
                <a:latin typeface="Tahoma" panose="020B0604030504040204" pitchFamily="34" charset="0"/>
                <a:ea typeface="Tahoma" panose="020B0604030504040204" pitchFamily="34" charset="0"/>
                <a:cs typeface="Tahoma" panose="020B0604030504040204" pitchFamily="34" charset="0"/>
              </a:rPr>
              <a:t>-</a:t>
            </a:r>
            <a:r>
              <a:rPr lang="en-US" sz="1300" b="1" dirty="0">
                <a:solidFill>
                  <a:srgbClr val="1A8F8A"/>
                </a:solidFill>
                <a:latin typeface="Tahoma" panose="020B0604030504040204" pitchFamily="34" charset="0"/>
                <a:ea typeface="Tahoma" panose="020B0604030504040204" pitchFamily="34" charset="0"/>
                <a:cs typeface="Tahoma" panose="020B0604030504040204" pitchFamily="34" charset="0"/>
              </a:rPr>
              <a:t> 9,555 events, 42 infections</a:t>
            </a:r>
            <a:endParaRPr lang="en-US" sz="1300" dirty="0">
              <a:latin typeface="Tahoma" panose="020B0604030504040204" pitchFamily="34" charset="0"/>
              <a:ea typeface="Tahoma" panose="020B0604030504040204" pitchFamily="34" charset="0"/>
              <a:cs typeface="Tahoma" panose="020B0604030504040204" pitchFamily="34" charset="0"/>
            </a:endParaRPr>
          </a:p>
        </p:txBody>
      </p:sp>
      <p:pic>
        <p:nvPicPr>
          <p:cNvPr id="33" name="Image 1" descr="Confusion matrix: 37 true positives, 5 false negatives, 755 false positives, 8758 true negatives">
            <a:extLst>
              <a:ext uri="{FF2B5EF4-FFF2-40B4-BE49-F238E27FC236}">
                <a16:creationId xmlns:a16="http://schemas.microsoft.com/office/drawing/2014/main" id="{7A2F19CE-E370-2805-2A22-5EA3B22C6B9A}"/>
              </a:ext>
            </a:extLst>
          </p:cNvPr>
          <p:cNvPicPr>
            <a:picLocks noChangeAspect="1"/>
          </p:cNvPicPr>
          <p:nvPr/>
        </p:nvPicPr>
        <p:blipFill>
          <a:blip r:embed="rId4"/>
          <a:srcRect t="-3737" b="-3737"/>
          <a:stretch/>
        </p:blipFill>
        <p:spPr>
          <a:xfrm>
            <a:off x="7423847" y="2139900"/>
            <a:ext cx="3720313" cy="3732354"/>
          </a:xfrm>
          <a:prstGeom prst="rect">
            <a:avLst/>
          </a:prstGeom>
        </p:spPr>
      </p:pic>
      <p:pic>
        <p:nvPicPr>
          <p:cNvPr id="39" name="Picture 38">
            <a:extLst>
              <a:ext uri="{FF2B5EF4-FFF2-40B4-BE49-F238E27FC236}">
                <a16:creationId xmlns:a16="http://schemas.microsoft.com/office/drawing/2014/main" id="{14BF31E7-07AE-A1AC-BB9E-BF67FD69E001}"/>
              </a:ext>
            </a:extLst>
          </p:cNvPr>
          <p:cNvPicPr>
            <a:picLocks noChangeAspect="1"/>
          </p:cNvPicPr>
          <p:nvPr/>
        </p:nvPicPr>
        <p:blipFill>
          <a:blip r:embed="rId5"/>
          <a:stretch>
            <a:fillRect/>
          </a:stretch>
        </p:blipFill>
        <p:spPr>
          <a:xfrm>
            <a:off x="679412" y="970935"/>
            <a:ext cx="10862048" cy="678877"/>
          </a:xfrm>
          <a:prstGeom prst="rect">
            <a:avLst/>
          </a:prstGeom>
        </p:spPr>
      </p:pic>
    </p:spTree>
    <p:extLst>
      <p:ext uri="{BB962C8B-B14F-4D97-AF65-F5344CB8AC3E}">
        <p14:creationId xmlns:p14="http://schemas.microsoft.com/office/powerpoint/2010/main" val="4256032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9F9"/>
        </a:solidFill>
        <a:effectLst/>
      </p:bgPr>
    </p:bg>
    <p:spTree>
      <p:nvGrpSpPr>
        <p:cNvPr id="1" name=""/>
        <p:cNvGrpSpPr/>
        <p:nvPr/>
      </p:nvGrpSpPr>
      <p:grpSpPr>
        <a:xfrm>
          <a:off x="0" y="0"/>
          <a:ext cx="0" cy="0"/>
          <a:chOff x="0" y="0"/>
          <a:chExt cx="0" cy="0"/>
        </a:xfrm>
      </p:grpSpPr>
      <p:sp>
        <p:nvSpPr>
          <p:cNvPr id="4" name="Text 2"/>
          <p:cNvSpPr/>
          <p:nvPr/>
        </p:nvSpPr>
        <p:spPr>
          <a:xfrm>
            <a:off x="812767" y="548694"/>
            <a:ext cx="10883460" cy="463533"/>
          </a:xfrm>
          <a:prstGeom prst="rect">
            <a:avLst/>
          </a:prstGeom>
          <a:noFill/>
          <a:ln/>
        </p:spPr>
        <p:txBody>
          <a:bodyPr wrap="square" lIns="0" tIns="0" rIns="0" bIns="0" rtlCol="0" anchor="t">
            <a:normAutofit/>
          </a:bodyPr>
          <a:lstStyle/>
          <a:p>
            <a:pPr marL="0" indent="0" algn="l">
              <a:lnSpc>
                <a:spcPts val="3450"/>
              </a:lnSpc>
              <a:buNone/>
            </a:pPr>
            <a:r>
              <a:rPr lang="en-US" sz="3200" b="1" dirty="0">
                <a:solidFill>
                  <a:srgbClr val="16313A"/>
                </a:solidFill>
                <a:latin typeface="Tahoma" panose="020B0604030504040204" pitchFamily="34" charset="0"/>
                <a:ea typeface="Tahoma" panose="020B0604030504040204" pitchFamily="34" charset="0"/>
                <a:cs typeface="Tahoma" panose="020B0604030504040204" pitchFamily="34" charset="0"/>
              </a:rPr>
              <a:t>Conclusions</a:t>
            </a:r>
            <a:endParaRPr lang="en-US" sz="3200" b="1" dirty="0">
              <a:latin typeface="Tahoma" panose="020B0604030504040204" pitchFamily="34" charset="0"/>
              <a:ea typeface="Tahoma" panose="020B0604030504040204" pitchFamily="34" charset="0"/>
              <a:cs typeface="Tahoma" panose="020B0604030504040204" pitchFamily="34" charset="0"/>
            </a:endParaRPr>
          </a:p>
        </p:txBody>
      </p:sp>
      <p:sp>
        <p:nvSpPr>
          <p:cNvPr id="5" name="Shape 3"/>
          <p:cNvSpPr/>
          <p:nvPr/>
        </p:nvSpPr>
        <p:spPr>
          <a:xfrm>
            <a:off x="812767" y="1858451"/>
            <a:ext cx="10566466" cy="0"/>
          </a:xfrm>
          <a:prstGeom prst="line">
            <a:avLst/>
          </a:prstGeom>
          <a:noFill/>
          <a:ln w="6350">
            <a:solidFill>
              <a:srgbClr val="DCE6E5"/>
            </a:solidFill>
            <a:prstDash val="solid"/>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6" name="Text 4"/>
          <p:cNvSpPr/>
          <p:nvPr/>
        </p:nvSpPr>
        <p:spPr>
          <a:xfrm>
            <a:off x="812767" y="1274745"/>
            <a:ext cx="406334" cy="345463"/>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A8F8A"/>
                </a:solidFill>
                <a:latin typeface="Tahoma" panose="020B0604030504040204" pitchFamily="34" charset="0"/>
                <a:ea typeface="Tahoma" panose="020B0604030504040204" pitchFamily="34" charset="0"/>
                <a:cs typeface="Tahoma" panose="020B0604030504040204" pitchFamily="34" charset="0"/>
              </a:rPr>
              <a:t>1</a:t>
            </a:r>
            <a:endParaRPr lang="en-US" sz="1800" dirty="0">
              <a:latin typeface="Tahoma" panose="020B0604030504040204" pitchFamily="34" charset="0"/>
              <a:ea typeface="Tahoma" panose="020B0604030504040204" pitchFamily="34" charset="0"/>
              <a:cs typeface="Tahoma" panose="020B0604030504040204" pitchFamily="34" charset="0"/>
            </a:endParaRPr>
          </a:p>
        </p:txBody>
      </p:sp>
      <p:sp>
        <p:nvSpPr>
          <p:cNvPr id="7" name="Text 5"/>
          <p:cNvSpPr/>
          <p:nvPr/>
        </p:nvSpPr>
        <p:spPr>
          <a:xfrm>
            <a:off x="1346068" y="1326501"/>
            <a:ext cx="10334160" cy="505453"/>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16313A"/>
                </a:solidFill>
                <a:latin typeface="Tahoma" panose="020B0604030504040204" pitchFamily="34" charset="0"/>
                <a:ea typeface="Tahoma" panose="020B0604030504040204" pitchFamily="34" charset="0"/>
                <a:cs typeface="Tahoma" panose="020B0604030504040204" pitchFamily="34" charset="0"/>
              </a:rPr>
              <a:t>Hebrew clinical narrative carries genuine infection</a:t>
            </a:r>
            <a:endParaRPr lang="en-US" sz="1350" dirty="0">
              <a:latin typeface="Tahoma" panose="020B0604030504040204" pitchFamily="34" charset="0"/>
              <a:ea typeface="Tahoma" panose="020B0604030504040204" pitchFamily="34" charset="0"/>
              <a:cs typeface="Tahoma" panose="020B0604030504040204" pitchFamily="34" charset="0"/>
            </a:endParaRPr>
          </a:p>
        </p:txBody>
      </p:sp>
      <p:sp>
        <p:nvSpPr>
          <p:cNvPr id="8" name="Shape 6"/>
          <p:cNvSpPr/>
          <p:nvPr/>
        </p:nvSpPr>
        <p:spPr>
          <a:xfrm>
            <a:off x="812767" y="2772007"/>
            <a:ext cx="10566466" cy="0"/>
          </a:xfrm>
          <a:prstGeom prst="line">
            <a:avLst/>
          </a:prstGeom>
          <a:noFill/>
          <a:ln w="6350">
            <a:solidFill>
              <a:srgbClr val="DCE6E5"/>
            </a:solidFill>
            <a:prstDash val="solid"/>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9" name="Text 7"/>
          <p:cNvSpPr/>
          <p:nvPr/>
        </p:nvSpPr>
        <p:spPr>
          <a:xfrm>
            <a:off x="812767" y="2188301"/>
            <a:ext cx="406334" cy="345463"/>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A8F8A"/>
                </a:solidFill>
                <a:latin typeface="Tahoma" panose="020B0604030504040204" pitchFamily="34" charset="0"/>
                <a:ea typeface="Tahoma" panose="020B0604030504040204" pitchFamily="34" charset="0"/>
                <a:cs typeface="Tahoma" panose="020B0604030504040204" pitchFamily="34" charset="0"/>
              </a:rPr>
              <a:t>2</a:t>
            </a:r>
            <a:endParaRPr lang="en-US" sz="1800" dirty="0">
              <a:latin typeface="Tahoma" panose="020B0604030504040204" pitchFamily="34" charset="0"/>
              <a:ea typeface="Tahoma" panose="020B0604030504040204" pitchFamily="34" charset="0"/>
              <a:cs typeface="Tahoma" panose="020B0604030504040204" pitchFamily="34" charset="0"/>
            </a:endParaRPr>
          </a:p>
        </p:txBody>
      </p:sp>
      <p:sp>
        <p:nvSpPr>
          <p:cNvPr id="10" name="Text 8"/>
          <p:cNvSpPr/>
          <p:nvPr/>
        </p:nvSpPr>
        <p:spPr>
          <a:xfrm>
            <a:off x="1346068" y="2240057"/>
            <a:ext cx="10334160" cy="505453"/>
          </a:xfrm>
          <a:prstGeom prst="rect">
            <a:avLst/>
          </a:prstGeom>
          <a:noFill/>
          <a:ln/>
        </p:spPr>
        <p:txBody>
          <a:bodyPr wrap="square" lIns="0" tIns="0" rIns="0" bIns="0" rtlCol="0" anchor="t">
            <a:normAutofit/>
          </a:bodyPr>
          <a:lstStyle/>
          <a:p>
            <a:r>
              <a:rPr lang="en-US" sz="1350" b="1" dirty="0">
                <a:solidFill>
                  <a:srgbClr val="16313A"/>
                </a:solidFill>
                <a:latin typeface="Tahoma" panose="020B0604030504040204" pitchFamily="34" charset="0"/>
                <a:ea typeface="Tahoma" panose="020B0604030504040204" pitchFamily="34" charset="0"/>
                <a:cs typeface="Tahoma" panose="020B0604030504040204" pitchFamily="34" charset="0"/>
              </a:rPr>
              <a:t>High discrimination does not mean high precision</a:t>
            </a:r>
            <a:endParaRPr lang="en-US" sz="1350" dirty="0">
              <a:latin typeface="Tahoma" panose="020B0604030504040204" pitchFamily="34" charset="0"/>
              <a:ea typeface="Tahoma" panose="020B0604030504040204" pitchFamily="34" charset="0"/>
              <a:cs typeface="Tahoma" panose="020B0604030504040204" pitchFamily="34" charset="0"/>
            </a:endParaRPr>
          </a:p>
        </p:txBody>
      </p:sp>
      <p:sp>
        <p:nvSpPr>
          <p:cNvPr id="11" name="Shape 9"/>
          <p:cNvSpPr/>
          <p:nvPr/>
        </p:nvSpPr>
        <p:spPr>
          <a:xfrm>
            <a:off x="812767" y="3685477"/>
            <a:ext cx="10566466" cy="0"/>
          </a:xfrm>
          <a:prstGeom prst="line">
            <a:avLst/>
          </a:prstGeom>
          <a:noFill/>
          <a:ln w="6350">
            <a:solidFill>
              <a:srgbClr val="DCE6E5"/>
            </a:solidFill>
            <a:prstDash val="solid"/>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12" name="Text 10"/>
          <p:cNvSpPr/>
          <p:nvPr/>
        </p:nvSpPr>
        <p:spPr>
          <a:xfrm>
            <a:off x="812767" y="3101777"/>
            <a:ext cx="406334" cy="345463"/>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A8F8A"/>
                </a:solidFill>
                <a:latin typeface="Tahoma" panose="020B0604030504040204" pitchFamily="34" charset="0"/>
                <a:ea typeface="Tahoma" panose="020B0604030504040204" pitchFamily="34" charset="0"/>
                <a:cs typeface="Tahoma" panose="020B0604030504040204" pitchFamily="34" charset="0"/>
              </a:rPr>
              <a:t>3</a:t>
            </a:r>
            <a:endParaRPr lang="en-US" sz="1800" dirty="0">
              <a:latin typeface="Tahoma" panose="020B0604030504040204" pitchFamily="34" charset="0"/>
              <a:ea typeface="Tahoma" panose="020B0604030504040204" pitchFamily="34" charset="0"/>
              <a:cs typeface="Tahoma" panose="020B0604030504040204" pitchFamily="34" charset="0"/>
            </a:endParaRPr>
          </a:p>
        </p:txBody>
      </p:sp>
      <p:sp>
        <p:nvSpPr>
          <p:cNvPr id="13" name="Text 11"/>
          <p:cNvSpPr/>
          <p:nvPr/>
        </p:nvSpPr>
        <p:spPr>
          <a:xfrm>
            <a:off x="1346068" y="3136281"/>
            <a:ext cx="10334160" cy="505453"/>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16313A"/>
                </a:solidFill>
                <a:latin typeface="Tahoma" panose="020B0604030504040204" pitchFamily="34" charset="0"/>
                <a:ea typeface="Tahoma" panose="020B0604030504040204" pitchFamily="34" charset="0"/>
                <a:cs typeface="Tahoma" panose="020B0604030504040204" pitchFamily="34" charset="0"/>
              </a:rPr>
              <a:t>The prediction point is a clinical decision, not a technical parameter</a:t>
            </a:r>
            <a:endParaRPr lang="en-US" sz="1350" dirty="0">
              <a:latin typeface="Tahoma" panose="020B0604030504040204" pitchFamily="34" charset="0"/>
              <a:ea typeface="Tahoma" panose="020B0604030504040204" pitchFamily="34" charset="0"/>
              <a:cs typeface="Tahoma" panose="020B0604030504040204" pitchFamily="34" charset="0"/>
            </a:endParaRPr>
          </a:p>
        </p:txBody>
      </p:sp>
      <p:sp>
        <p:nvSpPr>
          <p:cNvPr id="14" name="Shape 12"/>
          <p:cNvSpPr/>
          <p:nvPr/>
        </p:nvSpPr>
        <p:spPr>
          <a:xfrm>
            <a:off x="812767" y="4599034"/>
            <a:ext cx="10566466" cy="0"/>
          </a:xfrm>
          <a:prstGeom prst="line">
            <a:avLst/>
          </a:prstGeom>
          <a:noFill/>
          <a:ln w="6350">
            <a:solidFill>
              <a:srgbClr val="DCE6E5"/>
            </a:solidFill>
            <a:prstDash val="solid"/>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15" name="Text 13"/>
          <p:cNvSpPr/>
          <p:nvPr/>
        </p:nvSpPr>
        <p:spPr>
          <a:xfrm>
            <a:off x="812767" y="4015334"/>
            <a:ext cx="406334" cy="345463"/>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A8F8A"/>
                </a:solidFill>
                <a:latin typeface="Tahoma" panose="020B0604030504040204" pitchFamily="34" charset="0"/>
                <a:ea typeface="Tahoma" panose="020B0604030504040204" pitchFamily="34" charset="0"/>
                <a:cs typeface="Tahoma" panose="020B0604030504040204" pitchFamily="34" charset="0"/>
              </a:rPr>
              <a:t>4</a:t>
            </a:r>
            <a:endParaRPr lang="en-US" sz="1800" dirty="0">
              <a:latin typeface="Tahoma" panose="020B0604030504040204" pitchFamily="34" charset="0"/>
              <a:ea typeface="Tahoma" panose="020B0604030504040204" pitchFamily="34" charset="0"/>
              <a:cs typeface="Tahoma" panose="020B0604030504040204" pitchFamily="34" charset="0"/>
            </a:endParaRPr>
          </a:p>
        </p:txBody>
      </p:sp>
      <p:sp>
        <p:nvSpPr>
          <p:cNvPr id="16" name="Text 14"/>
          <p:cNvSpPr/>
          <p:nvPr/>
        </p:nvSpPr>
        <p:spPr>
          <a:xfrm>
            <a:off x="1346068" y="4049838"/>
            <a:ext cx="10334160" cy="505453"/>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16313A"/>
                </a:solidFill>
                <a:latin typeface="Tahoma" panose="020B0604030504040204" pitchFamily="34" charset="0"/>
                <a:ea typeface="Tahoma" panose="020B0604030504040204" pitchFamily="34" charset="0"/>
                <a:cs typeface="Tahoma" panose="020B0604030504040204" pitchFamily="34" charset="0"/>
              </a:rPr>
              <a:t>A single scalar may be too narrow a channel for multimodal integration</a:t>
            </a:r>
            <a:endParaRPr lang="en-US" sz="1350" dirty="0">
              <a:latin typeface="Tahoma" panose="020B0604030504040204" pitchFamily="34" charset="0"/>
              <a:ea typeface="Tahoma" panose="020B0604030504040204" pitchFamily="34" charset="0"/>
              <a:cs typeface="Tahoma" panose="020B0604030504040204" pitchFamily="34" charset="0"/>
            </a:endParaRPr>
          </a:p>
        </p:txBody>
      </p:sp>
      <p:sp>
        <p:nvSpPr>
          <p:cNvPr id="17" name="Text 15"/>
          <p:cNvSpPr/>
          <p:nvPr/>
        </p:nvSpPr>
        <p:spPr>
          <a:xfrm>
            <a:off x="812767" y="4928804"/>
            <a:ext cx="406334" cy="345463"/>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A8F8A"/>
                </a:solidFill>
                <a:latin typeface="Tahoma" panose="020B0604030504040204" pitchFamily="34" charset="0"/>
                <a:ea typeface="Tahoma" panose="020B0604030504040204" pitchFamily="34" charset="0"/>
                <a:cs typeface="Tahoma" panose="020B0604030504040204" pitchFamily="34" charset="0"/>
              </a:rPr>
              <a:t>5</a:t>
            </a:r>
            <a:endParaRPr lang="en-US" sz="1800" dirty="0">
              <a:latin typeface="Tahoma" panose="020B0604030504040204" pitchFamily="34" charset="0"/>
              <a:ea typeface="Tahoma" panose="020B0604030504040204" pitchFamily="34" charset="0"/>
              <a:cs typeface="Tahoma" panose="020B0604030504040204" pitchFamily="34" charset="0"/>
            </a:endParaRPr>
          </a:p>
        </p:txBody>
      </p:sp>
      <p:sp>
        <p:nvSpPr>
          <p:cNvPr id="18" name="Text 16"/>
          <p:cNvSpPr/>
          <p:nvPr/>
        </p:nvSpPr>
        <p:spPr>
          <a:xfrm>
            <a:off x="1346068" y="4928804"/>
            <a:ext cx="10334160" cy="505453"/>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16313A"/>
                </a:solidFill>
                <a:latin typeface="Tahoma" panose="020B0604030504040204" pitchFamily="34" charset="0"/>
                <a:ea typeface="Tahoma" panose="020B0604030504040204" pitchFamily="34" charset="0"/>
                <a:cs typeface="Tahoma" panose="020B0604030504040204" pitchFamily="34" charset="0"/>
              </a:rPr>
              <a:t>Leakage control has to be designed into the pipeline</a:t>
            </a:r>
            <a:endParaRPr lang="en-US" sz="1350" dirty="0">
              <a:latin typeface="Tahoma" panose="020B0604030504040204" pitchFamily="34" charset="0"/>
              <a:ea typeface="Tahoma" panose="020B0604030504040204" pitchFamily="34" charset="0"/>
              <a:cs typeface="Tahoma" panose="020B0604030504040204" pitchFamily="34" charset="0"/>
            </a:endParaRPr>
          </a:p>
        </p:txBody>
      </p:sp>
      <p:sp>
        <p:nvSpPr>
          <p:cNvPr id="19" name="Text 17"/>
          <p:cNvSpPr/>
          <p:nvPr/>
        </p:nvSpPr>
        <p:spPr>
          <a:xfrm>
            <a:off x="406383" y="6289142"/>
            <a:ext cx="23369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3A6"/>
                </a:solidFill>
                <a:latin typeface="Tahoma" panose="020B0604030504040204" pitchFamily="34" charset="0"/>
                <a:ea typeface="Tahoma" panose="020B0604030504040204" pitchFamily="34" charset="0"/>
                <a:cs typeface="Tahoma" panose="020B0604030504040204" pitchFamily="34" charset="0"/>
              </a:rPr>
              <a:t>10</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22" name="TextBox 21">
            <a:extLst>
              <a:ext uri="{FF2B5EF4-FFF2-40B4-BE49-F238E27FC236}">
                <a16:creationId xmlns:a16="http://schemas.microsoft.com/office/drawing/2014/main" id="{38A8ADA4-892C-05B4-7969-441B72D29E35}"/>
              </a:ext>
            </a:extLst>
          </p:cNvPr>
          <p:cNvSpPr txBox="1"/>
          <p:nvPr/>
        </p:nvSpPr>
        <p:spPr>
          <a:xfrm>
            <a:off x="640076" y="5842274"/>
            <a:ext cx="10566465" cy="261610"/>
          </a:xfrm>
          <a:prstGeom prst="rect">
            <a:avLst/>
          </a:prstGeom>
          <a:noFill/>
        </p:spPr>
        <p:txBody>
          <a:bodyPr wrap="square">
            <a:spAutoFit/>
          </a:bodyPr>
          <a:lstStyle/>
          <a:p>
            <a:r>
              <a:rPr lang="en-IL" sz="1100" dirty="0">
                <a:latin typeface="Tahoma" panose="020B0604030504040204" pitchFamily="34" charset="0"/>
                <a:ea typeface="Tahoma" panose="020B0604030504040204" pitchFamily="34" charset="0"/>
                <a:cs typeface="Tahoma" panose="020B0604030504040204" pitchFamily="34" charset="0"/>
              </a:rPr>
              <a:t>Objectives: 4 achieved / 1 partially achieved</a:t>
            </a:r>
            <a:r>
              <a:rPr lang="en-US" sz="1100" dirty="0">
                <a:latin typeface="Tahoma" panose="020B0604030504040204" pitchFamily="34" charset="0"/>
                <a:ea typeface="Tahoma" panose="020B0604030504040204" pitchFamily="34" charset="0"/>
                <a:cs typeface="Tahoma" panose="020B0604030504040204" pitchFamily="34" charset="0"/>
              </a:rPr>
              <a:t>-</a:t>
            </a:r>
            <a:r>
              <a:rPr lang="en-IL" sz="1100" dirty="0">
                <a:latin typeface="Tahoma" panose="020B0604030504040204" pitchFamily="34" charset="0"/>
                <a:ea typeface="Tahoma" panose="020B0604030504040204" pitchFamily="34" charset="0"/>
                <a:cs typeface="Tahoma" panose="020B0604030504040204" pitchFamily="34" charset="0"/>
              </a:rPr>
              <a:t> early identification demonstrated retrospectively, not prospectively.</a:t>
            </a:r>
            <a:endParaRPr lang="en-US" sz="1100" dirty="0">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9F9"/>
        </a:solidFill>
        <a:effectLst/>
      </p:bgPr>
    </p:bg>
    <p:spTree>
      <p:nvGrpSpPr>
        <p:cNvPr id="1" name=""/>
        <p:cNvGrpSpPr/>
        <p:nvPr/>
      </p:nvGrpSpPr>
      <p:grpSpPr>
        <a:xfrm>
          <a:off x="0" y="0"/>
          <a:ext cx="0" cy="0"/>
          <a:chOff x="0" y="0"/>
          <a:chExt cx="0" cy="0"/>
        </a:xfrm>
      </p:grpSpPr>
      <p:sp>
        <p:nvSpPr>
          <p:cNvPr id="4" name="Text 2"/>
          <p:cNvSpPr/>
          <p:nvPr/>
        </p:nvSpPr>
        <p:spPr>
          <a:xfrm>
            <a:off x="812767" y="643572"/>
            <a:ext cx="10883460" cy="463533"/>
          </a:xfrm>
          <a:prstGeom prst="rect">
            <a:avLst/>
          </a:prstGeom>
          <a:noFill/>
          <a:ln/>
        </p:spPr>
        <p:txBody>
          <a:bodyPr wrap="square" lIns="0" tIns="0" rIns="0" bIns="0" rtlCol="0" anchor="t">
            <a:normAutofit/>
          </a:bodyPr>
          <a:lstStyle/>
          <a:p>
            <a:pPr marL="0" indent="0" algn="l">
              <a:lnSpc>
                <a:spcPts val="3450"/>
              </a:lnSpc>
              <a:buNone/>
            </a:pPr>
            <a:r>
              <a:rPr lang="en-US" sz="3200" b="1" dirty="0">
                <a:solidFill>
                  <a:srgbClr val="16313A"/>
                </a:solidFill>
                <a:latin typeface="Tahoma" panose="020B0604030504040204" pitchFamily="34" charset="0"/>
                <a:ea typeface="Tahoma" panose="020B0604030504040204" pitchFamily="34" charset="0"/>
                <a:cs typeface="Tahoma" panose="020B0604030504040204" pitchFamily="34" charset="0"/>
              </a:rPr>
              <a:t>Limitations</a:t>
            </a:r>
            <a:endParaRPr lang="en-US" sz="3200" b="1" dirty="0">
              <a:latin typeface="Tahoma" panose="020B0604030504040204" pitchFamily="34" charset="0"/>
              <a:ea typeface="Tahoma" panose="020B0604030504040204" pitchFamily="34" charset="0"/>
              <a:cs typeface="Tahoma" panose="020B0604030504040204" pitchFamily="34" charset="0"/>
            </a:endParaRPr>
          </a:p>
        </p:txBody>
      </p:sp>
      <p:sp>
        <p:nvSpPr>
          <p:cNvPr id="5" name="Shape 3"/>
          <p:cNvSpPr/>
          <p:nvPr/>
        </p:nvSpPr>
        <p:spPr>
          <a:xfrm>
            <a:off x="815942" y="2038527"/>
            <a:ext cx="3431084" cy="1418651"/>
          </a:xfrm>
          <a:prstGeom prst="roundRect">
            <a:avLst>
              <a:gd name="adj" fmla="val 4110"/>
            </a:avLst>
          </a:prstGeom>
          <a:solidFill>
            <a:srgbClr val="FFFFFF"/>
          </a:solidFill>
          <a:ln w="6350">
            <a:solidFill>
              <a:srgbClr val="DCE6E5"/>
            </a:solidFill>
            <a:prstDash val="solid"/>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6" name="Text 4"/>
          <p:cNvSpPr/>
          <p:nvPr/>
        </p:nvSpPr>
        <p:spPr>
          <a:xfrm>
            <a:off x="995825" y="2205681"/>
            <a:ext cx="3163456" cy="223507"/>
          </a:xfrm>
          <a:prstGeom prst="rect">
            <a:avLst/>
          </a:prstGeom>
          <a:noFill/>
          <a:ln/>
        </p:spPr>
        <p:txBody>
          <a:bodyPr wrap="square" lIns="0" tIns="0" rIns="0" bIns="0" rtlCol="0" anchor="t">
            <a:normAutofit/>
          </a:bodyPr>
          <a:lstStyle/>
          <a:p>
            <a:pPr marL="0" indent="0" algn="l">
              <a:lnSpc>
                <a:spcPts val="1560"/>
              </a:lnSpc>
              <a:buNone/>
            </a:pPr>
            <a:r>
              <a:rPr lang="en-US" sz="1600" b="1" dirty="0">
                <a:solidFill>
                  <a:srgbClr val="16313A"/>
                </a:solidFill>
                <a:latin typeface="Tahoma" panose="020B0604030504040204" pitchFamily="34" charset="0"/>
                <a:ea typeface="Tahoma" panose="020B0604030504040204" pitchFamily="34" charset="0"/>
                <a:cs typeface="Tahoma" panose="020B0604030504040204" pitchFamily="34" charset="0"/>
              </a:rPr>
              <a:t>Statistical power</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7" name="Text 5"/>
          <p:cNvSpPr/>
          <p:nvPr/>
        </p:nvSpPr>
        <p:spPr>
          <a:xfrm>
            <a:off x="978573" y="2644331"/>
            <a:ext cx="3163456" cy="323156"/>
          </a:xfrm>
          <a:prstGeom prst="rect">
            <a:avLst/>
          </a:prstGeom>
          <a:noFill/>
          <a:ln/>
        </p:spPr>
        <p:txBody>
          <a:bodyPr wrap="square" lIns="0" tIns="0" rIns="0" bIns="0" rtlCol="0" anchor="t">
            <a:normAutofit/>
          </a:bodyPr>
          <a:lstStyle/>
          <a:p>
            <a:pPr marL="0" indent="0">
              <a:lnSpc>
                <a:spcPts val="1813"/>
              </a:lnSpc>
              <a:buNone/>
            </a:pPr>
            <a:r>
              <a:rPr lang="en-US" sz="1600" dirty="0">
                <a:solidFill>
                  <a:srgbClr val="3A4F54"/>
                </a:solidFill>
                <a:latin typeface="Tahoma" panose="020B0604030504040204" pitchFamily="34" charset="0"/>
                <a:ea typeface="Tahoma" panose="020B0604030504040204" pitchFamily="34" charset="0"/>
                <a:cs typeface="Tahoma" panose="020B0604030504040204" pitchFamily="34" charset="0"/>
              </a:rPr>
              <a:t>42 positive cases in the test set.</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8" name="Shape 6"/>
          <p:cNvSpPr/>
          <p:nvPr/>
        </p:nvSpPr>
        <p:spPr>
          <a:xfrm>
            <a:off x="4380375" y="2038527"/>
            <a:ext cx="3431166" cy="1432405"/>
          </a:xfrm>
          <a:prstGeom prst="roundRect">
            <a:avLst>
              <a:gd name="adj" fmla="val 4110"/>
            </a:avLst>
          </a:prstGeom>
          <a:solidFill>
            <a:srgbClr val="FFFFFF"/>
          </a:solidFill>
          <a:ln w="6350">
            <a:solidFill>
              <a:srgbClr val="DCE6E5"/>
            </a:solidFill>
            <a:prstDash val="solid"/>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9" name="Text 7"/>
          <p:cNvSpPr/>
          <p:nvPr/>
        </p:nvSpPr>
        <p:spPr>
          <a:xfrm>
            <a:off x="4560259" y="2205681"/>
            <a:ext cx="3163541" cy="223507"/>
          </a:xfrm>
          <a:prstGeom prst="rect">
            <a:avLst/>
          </a:prstGeom>
          <a:noFill/>
          <a:ln/>
        </p:spPr>
        <p:txBody>
          <a:bodyPr wrap="square" lIns="0" tIns="0" rIns="0" bIns="0" rtlCol="0" anchor="t">
            <a:normAutofit/>
          </a:bodyPr>
          <a:lstStyle/>
          <a:p>
            <a:pPr marL="0" indent="0" algn="l">
              <a:lnSpc>
                <a:spcPts val="1560"/>
              </a:lnSpc>
              <a:buNone/>
            </a:pPr>
            <a:r>
              <a:rPr lang="en-US" sz="1600" b="1" dirty="0">
                <a:solidFill>
                  <a:srgbClr val="16313A"/>
                </a:solidFill>
                <a:latin typeface="Tahoma" panose="020B0604030504040204" pitchFamily="34" charset="0"/>
                <a:ea typeface="Tahoma" panose="020B0604030504040204" pitchFamily="34" charset="0"/>
                <a:cs typeface="Tahoma" panose="020B0604030504040204" pitchFamily="34" charset="0"/>
              </a:rPr>
              <a:t>A compressed feature set</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10" name="Text 8"/>
          <p:cNvSpPr/>
          <p:nvPr/>
        </p:nvSpPr>
        <p:spPr>
          <a:xfrm>
            <a:off x="4514187" y="2644331"/>
            <a:ext cx="3163541" cy="597690"/>
          </a:xfrm>
          <a:prstGeom prst="rect">
            <a:avLst/>
          </a:prstGeom>
          <a:noFill/>
          <a:ln/>
        </p:spPr>
        <p:txBody>
          <a:bodyPr wrap="square" lIns="0" tIns="0" rIns="0" bIns="0" rtlCol="0" anchor="t">
            <a:normAutofit/>
          </a:bodyPr>
          <a:lstStyle/>
          <a:p>
            <a:pPr marL="0" indent="0" algn="l">
              <a:lnSpc>
                <a:spcPts val="1813"/>
              </a:lnSpc>
              <a:buNone/>
            </a:pPr>
            <a:r>
              <a:rPr lang="en-US" sz="1600" dirty="0">
                <a:solidFill>
                  <a:srgbClr val="3A4F54"/>
                </a:solidFill>
                <a:latin typeface="Tahoma" panose="020B0604030504040204" pitchFamily="34" charset="0"/>
                <a:ea typeface="Tahoma" panose="020B0604030504040204" pitchFamily="34" charset="0"/>
                <a:cs typeface="Tahoma" panose="020B0604030504040204" pitchFamily="34" charset="0"/>
              </a:rPr>
              <a:t>266 features were reduced to 20 before modelling.</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11" name="Shape 9"/>
          <p:cNvSpPr/>
          <p:nvPr/>
        </p:nvSpPr>
        <p:spPr>
          <a:xfrm>
            <a:off x="7944892" y="2038528"/>
            <a:ext cx="3431166" cy="1418651"/>
          </a:xfrm>
          <a:prstGeom prst="roundRect">
            <a:avLst>
              <a:gd name="adj" fmla="val 4110"/>
            </a:avLst>
          </a:prstGeom>
          <a:solidFill>
            <a:srgbClr val="FFFFFF"/>
          </a:solidFill>
          <a:ln w="6350">
            <a:solidFill>
              <a:srgbClr val="DCE6E5"/>
            </a:solidFill>
            <a:prstDash val="solid"/>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12" name="Text 10"/>
          <p:cNvSpPr/>
          <p:nvPr/>
        </p:nvSpPr>
        <p:spPr>
          <a:xfrm>
            <a:off x="8124775" y="2205681"/>
            <a:ext cx="3163541" cy="223507"/>
          </a:xfrm>
          <a:prstGeom prst="rect">
            <a:avLst/>
          </a:prstGeom>
          <a:noFill/>
          <a:ln/>
        </p:spPr>
        <p:txBody>
          <a:bodyPr wrap="square" lIns="0" tIns="0" rIns="0" bIns="0" rtlCol="0" anchor="t">
            <a:normAutofit/>
          </a:bodyPr>
          <a:lstStyle/>
          <a:p>
            <a:pPr marL="0" indent="0" algn="l">
              <a:lnSpc>
                <a:spcPts val="1560"/>
              </a:lnSpc>
              <a:buNone/>
            </a:pPr>
            <a:r>
              <a:rPr lang="en-US" sz="1400" b="1" dirty="0">
                <a:solidFill>
                  <a:srgbClr val="16313A"/>
                </a:solidFill>
                <a:latin typeface="Tahoma" panose="020B0604030504040204" pitchFamily="34" charset="0"/>
                <a:ea typeface="Tahoma" panose="020B0604030504040204" pitchFamily="34" charset="0"/>
                <a:cs typeface="Tahoma" panose="020B0604030504040204" pitchFamily="34" charset="0"/>
              </a:rPr>
              <a:t>Pre-operative by clinical </a:t>
            </a:r>
            <a:r>
              <a:rPr lang="en-US" sz="1400" b="1" dirty="0" err="1">
                <a:solidFill>
                  <a:srgbClr val="16313A"/>
                </a:solidFill>
                <a:latin typeface="Tahoma" panose="020B0604030504040204" pitchFamily="34" charset="0"/>
                <a:ea typeface="Tahoma" panose="020B0604030504040204" pitchFamily="34" charset="0"/>
                <a:cs typeface="Tahoma" panose="020B0604030504040204" pitchFamily="34" charset="0"/>
              </a:rPr>
              <a:t>defenition</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13" name="Text 11"/>
          <p:cNvSpPr/>
          <p:nvPr/>
        </p:nvSpPr>
        <p:spPr>
          <a:xfrm>
            <a:off x="8124774" y="2661584"/>
            <a:ext cx="3163541" cy="288648"/>
          </a:xfrm>
          <a:prstGeom prst="rect">
            <a:avLst/>
          </a:prstGeom>
          <a:noFill/>
          <a:ln/>
        </p:spPr>
        <p:txBody>
          <a:bodyPr wrap="square" lIns="0" tIns="0" rIns="0" bIns="0" rtlCol="0" anchor="t">
            <a:normAutofit/>
          </a:bodyPr>
          <a:lstStyle/>
          <a:p>
            <a:pPr marL="0" indent="0" algn="l">
              <a:lnSpc>
                <a:spcPts val="1813"/>
              </a:lnSpc>
              <a:buNone/>
            </a:pPr>
            <a:r>
              <a:rPr lang="en-US" sz="1600" dirty="0">
                <a:solidFill>
                  <a:srgbClr val="3A4F54"/>
                </a:solidFill>
                <a:latin typeface="Tahoma" panose="020B0604030504040204" pitchFamily="34" charset="0"/>
                <a:ea typeface="Tahoma" panose="020B0604030504040204" pitchFamily="34" charset="0"/>
                <a:cs typeface="Tahoma" panose="020B0604030504040204" pitchFamily="34" charset="0"/>
              </a:rPr>
              <a:t>No patient-level timestamp</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14" name="Shape 12"/>
          <p:cNvSpPr/>
          <p:nvPr/>
        </p:nvSpPr>
        <p:spPr>
          <a:xfrm>
            <a:off x="815942" y="4257884"/>
            <a:ext cx="3434639" cy="1409666"/>
          </a:xfrm>
          <a:prstGeom prst="roundRect">
            <a:avLst>
              <a:gd name="adj" fmla="val 4109"/>
            </a:avLst>
          </a:prstGeom>
          <a:solidFill>
            <a:srgbClr val="FFFFFF"/>
          </a:solidFill>
          <a:ln w="6350">
            <a:solidFill>
              <a:srgbClr val="DCE6E5"/>
            </a:solidFill>
            <a:prstDash val="solid"/>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15" name="Text 13"/>
          <p:cNvSpPr/>
          <p:nvPr/>
        </p:nvSpPr>
        <p:spPr>
          <a:xfrm>
            <a:off x="995825" y="4425037"/>
            <a:ext cx="3167118" cy="223507"/>
          </a:xfrm>
          <a:prstGeom prst="rect">
            <a:avLst/>
          </a:prstGeom>
          <a:noFill/>
          <a:ln/>
        </p:spPr>
        <p:txBody>
          <a:bodyPr wrap="square" lIns="0" tIns="0" rIns="0" bIns="0" rtlCol="0" anchor="t">
            <a:normAutofit/>
          </a:bodyPr>
          <a:lstStyle/>
          <a:p>
            <a:pPr marL="0" indent="0" algn="l">
              <a:lnSpc>
                <a:spcPts val="1560"/>
              </a:lnSpc>
              <a:buNone/>
            </a:pPr>
            <a:r>
              <a:rPr lang="en-US" sz="1600" b="1" dirty="0">
                <a:solidFill>
                  <a:srgbClr val="16313A"/>
                </a:solidFill>
                <a:latin typeface="Tahoma" panose="020B0604030504040204" pitchFamily="34" charset="0"/>
                <a:ea typeface="Tahoma" panose="020B0604030504040204" pitchFamily="34" charset="0"/>
                <a:cs typeface="Tahoma" panose="020B0604030504040204" pitchFamily="34" charset="0"/>
              </a:rPr>
              <a:t>Possible cohort artefact</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16" name="Text 14"/>
          <p:cNvSpPr/>
          <p:nvPr/>
        </p:nvSpPr>
        <p:spPr>
          <a:xfrm>
            <a:off x="978573" y="4864004"/>
            <a:ext cx="3167118" cy="715963"/>
          </a:xfrm>
          <a:prstGeom prst="rect">
            <a:avLst/>
          </a:prstGeom>
          <a:noFill/>
          <a:ln/>
        </p:spPr>
        <p:txBody>
          <a:bodyPr wrap="square" lIns="0" tIns="0" rIns="0" bIns="0" rtlCol="0" anchor="t">
            <a:normAutofit/>
          </a:bodyPr>
          <a:lstStyle/>
          <a:p>
            <a:pPr marL="0" indent="0" algn="l">
              <a:lnSpc>
                <a:spcPts val="1813"/>
              </a:lnSpc>
              <a:buNone/>
            </a:pPr>
            <a:r>
              <a:rPr lang="en-US" sz="1600" dirty="0">
                <a:solidFill>
                  <a:srgbClr val="3A4F54"/>
                </a:solidFill>
                <a:latin typeface="Tahoma" panose="020B0604030504040204" pitchFamily="34" charset="0"/>
                <a:ea typeface="Tahoma" panose="020B0604030504040204" pitchFamily="34" charset="0"/>
                <a:cs typeface="Tahoma" panose="020B0604030504040204" pitchFamily="34" charset="0"/>
              </a:rPr>
              <a:t>Four zero-infection activity clusters were excluded</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17" name="Shape 15"/>
          <p:cNvSpPr/>
          <p:nvPr/>
        </p:nvSpPr>
        <p:spPr>
          <a:xfrm>
            <a:off x="4383931" y="4257884"/>
            <a:ext cx="3434721" cy="1409666"/>
          </a:xfrm>
          <a:prstGeom prst="roundRect">
            <a:avLst>
              <a:gd name="adj" fmla="val 4109"/>
            </a:avLst>
          </a:prstGeom>
          <a:solidFill>
            <a:srgbClr val="FFFFFF"/>
          </a:solidFill>
          <a:ln w="6350">
            <a:solidFill>
              <a:srgbClr val="DCE6E5"/>
            </a:solidFill>
            <a:prstDash val="solid"/>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18" name="Text 16"/>
          <p:cNvSpPr/>
          <p:nvPr/>
        </p:nvSpPr>
        <p:spPr>
          <a:xfrm>
            <a:off x="4430464" y="4425037"/>
            <a:ext cx="3437896" cy="298150"/>
          </a:xfrm>
          <a:prstGeom prst="rect">
            <a:avLst/>
          </a:prstGeom>
          <a:noFill/>
          <a:ln/>
        </p:spPr>
        <p:txBody>
          <a:bodyPr wrap="square" lIns="0" tIns="0" rIns="0" bIns="0" rtlCol="0" anchor="t">
            <a:normAutofit/>
          </a:bodyPr>
          <a:lstStyle/>
          <a:p>
            <a:pPr marL="0" indent="0" algn="l">
              <a:lnSpc>
                <a:spcPts val="1560"/>
              </a:lnSpc>
              <a:buNone/>
            </a:pPr>
            <a:r>
              <a:rPr lang="en-US" sz="1550" b="1" dirty="0">
                <a:solidFill>
                  <a:srgbClr val="16313A"/>
                </a:solidFill>
                <a:latin typeface="Tahoma" panose="020B0604030504040204" pitchFamily="34" charset="0"/>
                <a:ea typeface="Tahoma" panose="020B0604030504040204" pitchFamily="34" charset="0"/>
                <a:cs typeface="Tahoma" panose="020B0604030504040204" pitchFamily="34" charset="0"/>
              </a:rPr>
              <a:t>Limited post-discharge follow-up</a:t>
            </a:r>
            <a:endParaRPr lang="en-US" sz="1550" dirty="0">
              <a:latin typeface="Tahoma" panose="020B0604030504040204" pitchFamily="34" charset="0"/>
              <a:ea typeface="Tahoma" panose="020B0604030504040204" pitchFamily="34" charset="0"/>
              <a:cs typeface="Tahoma" panose="020B0604030504040204" pitchFamily="34" charset="0"/>
            </a:endParaRPr>
          </a:p>
        </p:txBody>
      </p:sp>
      <p:sp>
        <p:nvSpPr>
          <p:cNvPr id="19" name="Text 17"/>
          <p:cNvSpPr/>
          <p:nvPr/>
        </p:nvSpPr>
        <p:spPr>
          <a:xfrm>
            <a:off x="4563814" y="4878460"/>
            <a:ext cx="3167203" cy="461285"/>
          </a:xfrm>
          <a:prstGeom prst="rect">
            <a:avLst/>
          </a:prstGeom>
          <a:noFill/>
          <a:ln/>
        </p:spPr>
        <p:txBody>
          <a:bodyPr wrap="square" lIns="0" tIns="0" rIns="0" bIns="0" rtlCol="0" anchor="t">
            <a:normAutofit/>
          </a:bodyPr>
          <a:lstStyle/>
          <a:p>
            <a:pPr marL="0" indent="0" algn="l">
              <a:lnSpc>
                <a:spcPts val="1813"/>
              </a:lnSpc>
              <a:buNone/>
            </a:pPr>
            <a:r>
              <a:rPr lang="en-US" sz="1600" dirty="0">
                <a:solidFill>
                  <a:srgbClr val="3A4F54"/>
                </a:solidFill>
                <a:latin typeface="Tahoma" panose="020B0604030504040204" pitchFamily="34" charset="0"/>
                <a:ea typeface="Tahoma" panose="020B0604030504040204" pitchFamily="34" charset="0"/>
                <a:cs typeface="Tahoma" panose="020B0604030504040204" pitchFamily="34" charset="0"/>
              </a:rPr>
              <a:t>Infections outside </a:t>
            </a:r>
            <a:r>
              <a:rPr lang="en-US" sz="1600" dirty="0" err="1">
                <a:solidFill>
                  <a:srgbClr val="3A4F54"/>
                </a:solidFill>
                <a:latin typeface="Tahoma" panose="020B0604030504040204" pitchFamily="34" charset="0"/>
                <a:ea typeface="Tahoma" panose="020B0604030504040204" pitchFamily="34" charset="0"/>
                <a:cs typeface="Tahoma" panose="020B0604030504040204" pitchFamily="34" charset="0"/>
              </a:rPr>
              <a:t>Assuta</a:t>
            </a:r>
            <a:r>
              <a:rPr lang="en-US" sz="1600" dirty="0">
                <a:solidFill>
                  <a:srgbClr val="3A4F54"/>
                </a:solidFill>
                <a:latin typeface="Tahoma" panose="020B0604030504040204" pitchFamily="34" charset="0"/>
                <a:ea typeface="Tahoma" panose="020B0604030504040204" pitchFamily="34" charset="0"/>
                <a:cs typeface="Tahoma" panose="020B0604030504040204" pitchFamily="34" charset="0"/>
              </a:rPr>
              <a:t> missed</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20" name="Shape 18"/>
          <p:cNvSpPr/>
          <p:nvPr/>
        </p:nvSpPr>
        <p:spPr>
          <a:xfrm>
            <a:off x="7948827" y="4254709"/>
            <a:ext cx="3430405" cy="1412841"/>
          </a:xfrm>
          <a:prstGeom prst="roundRect">
            <a:avLst>
              <a:gd name="adj" fmla="val 4249"/>
            </a:avLst>
          </a:prstGeom>
          <a:solidFill>
            <a:srgbClr val="1C5762"/>
          </a:solidFill>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21" name="Text 19"/>
          <p:cNvSpPr/>
          <p:nvPr/>
        </p:nvSpPr>
        <p:spPr>
          <a:xfrm>
            <a:off x="7998535" y="4388603"/>
            <a:ext cx="3380697" cy="259942"/>
          </a:xfrm>
          <a:prstGeom prst="rect">
            <a:avLst/>
          </a:prstGeom>
          <a:noFill/>
          <a:ln/>
        </p:spPr>
        <p:txBody>
          <a:bodyPr wrap="square" lIns="0" tIns="0" rIns="0" bIns="0" rtlCol="0" anchor="t">
            <a:normAutofit/>
          </a:bodyPr>
          <a:lstStyle/>
          <a:p>
            <a:pPr marL="0" indent="0" algn="l">
              <a:lnSpc>
                <a:spcPts val="1560"/>
              </a:lnSpc>
              <a:buNone/>
            </a:pPr>
            <a:r>
              <a:rPr lang="en-US" sz="1600" b="1" dirty="0">
                <a:solidFill>
                  <a:srgbClr val="8FE6DC"/>
                </a:solidFill>
                <a:latin typeface="Tahoma" panose="020B0604030504040204" pitchFamily="34" charset="0"/>
                <a:ea typeface="Tahoma" panose="020B0604030504040204" pitchFamily="34" charset="0"/>
                <a:cs typeface="Tahoma" panose="020B0604030504040204" pitchFamily="34" charset="0"/>
              </a:rPr>
              <a:t>Performance varies by subgroup</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22" name="Text 20"/>
          <p:cNvSpPr/>
          <p:nvPr/>
        </p:nvSpPr>
        <p:spPr>
          <a:xfrm>
            <a:off x="8126594" y="4869831"/>
            <a:ext cx="3167118" cy="357771"/>
          </a:xfrm>
          <a:prstGeom prst="rect">
            <a:avLst/>
          </a:prstGeom>
          <a:noFill/>
          <a:ln/>
        </p:spPr>
        <p:txBody>
          <a:bodyPr wrap="square" lIns="0" tIns="0" rIns="0" bIns="0" rtlCol="0" anchor="t">
            <a:normAutofit/>
          </a:bodyPr>
          <a:lstStyle/>
          <a:p>
            <a:pPr marL="0" indent="0" algn="l">
              <a:lnSpc>
                <a:spcPts val="1813"/>
              </a:lnSpc>
              <a:buNone/>
            </a:pPr>
            <a:r>
              <a:rPr lang="en-US" sz="1600" dirty="0">
                <a:solidFill>
                  <a:srgbClr val="CFE9E6"/>
                </a:solidFill>
                <a:latin typeface="Tahoma" panose="020B0604030504040204" pitchFamily="34" charset="0"/>
                <a:ea typeface="Tahoma" panose="020B0604030504040204" pitchFamily="34" charset="0"/>
                <a:cs typeface="Tahoma" panose="020B0604030504040204" pitchFamily="34" charset="0"/>
              </a:rPr>
              <a:t>Large subgroup differences</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23" name="Text 21"/>
          <p:cNvSpPr/>
          <p:nvPr/>
        </p:nvSpPr>
        <p:spPr>
          <a:xfrm>
            <a:off x="406383" y="6289142"/>
            <a:ext cx="23369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3A6"/>
                </a:solidFill>
                <a:latin typeface="Tahoma" panose="020B0604030504040204" pitchFamily="34" charset="0"/>
                <a:ea typeface="Tahoma" panose="020B0604030504040204" pitchFamily="34" charset="0"/>
                <a:cs typeface="Tahoma" panose="020B0604030504040204" pitchFamily="34" charset="0"/>
              </a:rPr>
              <a:t>11</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hape 3">
            <a:extLst>
              <a:ext uri="{FF2B5EF4-FFF2-40B4-BE49-F238E27FC236}">
                <a16:creationId xmlns:a16="http://schemas.microsoft.com/office/drawing/2014/main" id="{305E049B-2B7E-9C40-1DE2-5241F1B4E833}"/>
              </a:ext>
            </a:extLst>
          </p:cNvPr>
          <p:cNvSpPr/>
          <p:nvPr/>
        </p:nvSpPr>
        <p:spPr>
          <a:xfrm>
            <a:off x="1106176" y="4246004"/>
            <a:ext cx="2767195" cy="1670186"/>
          </a:xfrm>
          <a:prstGeom prst="roundRect">
            <a:avLst>
              <a:gd name="adj" fmla="val 6125"/>
            </a:avLst>
          </a:prstGeom>
          <a:solidFill>
            <a:srgbClr val="E9F6F4"/>
          </a:solidFill>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29" name="Shape 6">
            <a:extLst>
              <a:ext uri="{FF2B5EF4-FFF2-40B4-BE49-F238E27FC236}">
                <a16:creationId xmlns:a16="http://schemas.microsoft.com/office/drawing/2014/main" id="{931A6CEB-03D5-8198-E336-5C9D8762E4A3}"/>
              </a:ext>
            </a:extLst>
          </p:cNvPr>
          <p:cNvSpPr/>
          <p:nvPr/>
        </p:nvSpPr>
        <p:spPr>
          <a:xfrm>
            <a:off x="4781885" y="4196997"/>
            <a:ext cx="2767195" cy="1670186"/>
          </a:xfrm>
          <a:prstGeom prst="roundRect">
            <a:avLst>
              <a:gd name="adj" fmla="val 6125"/>
            </a:avLst>
          </a:prstGeom>
          <a:solidFill>
            <a:srgbClr val="E9F6F4"/>
          </a:solidFill>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27" name="Shape 6">
            <a:extLst>
              <a:ext uri="{FF2B5EF4-FFF2-40B4-BE49-F238E27FC236}">
                <a16:creationId xmlns:a16="http://schemas.microsoft.com/office/drawing/2014/main" id="{3CBAF8DC-80F7-4620-025B-60428E5CE932}"/>
              </a:ext>
            </a:extLst>
          </p:cNvPr>
          <p:cNvSpPr/>
          <p:nvPr/>
        </p:nvSpPr>
        <p:spPr>
          <a:xfrm>
            <a:off x="8121050" y="4246004"/>
            <a:ext cx="2767195" cy="1670186"/>
          </a:xfrm>
          <a:prstGeom prst="roundRect">
            <a:avLst>
              <a:gd name="adj" fmla="val 6125"/>
            </a:avLst>
          </a:prstGeom>
          <a:solidFill>
            <a:srgbClr val="E9F6F4"/>
          </a:solidFill>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25" name="Shape 6">
            <a:extLst>
              <a:ext uri="{FF2B5EF4-FFF2-40B4-BE49-F238E27FC236}">
                <a16:creationId xmlns:a16="http://schemas.microsoft.com/office/drawing/2014/main" id="{1CC56879-5E1D-EBBC-C38B-C94472CF596C}"/>
              </a:ext>
            </a:extLst>
          </p:cNvPr>
          <p:cNvSpPr/>
          <p:nvPr/>
        </p:nvSpPr>
        <p:spPr>
          <a:xfrm>
            <a:off x="8121051" y="1982181"/>
            <a:ext cx="2767195" cy="1670186"/>
          </a:xfrm>
          <a:prstGeom prst="roundRect">
            <a:avLst>
              <a:gd name="adj" fmla="val 6125"/>
            </a:avLst>
          </a:prstGeom>
          <a:solidFill>
            <a:srgbClr val="E9F6F4"/>
          </a:solidFill>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2" name="Shape 0"/>
          <p:cNvSpPr/>
          <p:nvPr/>
        </p:nvSpPr>
        <p:spPr>
          <a:xfrm>
            <a:off x="812767" y="698500"/>
            <a:ext cx="10566466" cy="304767"/>
          </a:xfrm>
          <a:prstGeom prst="roundRect">
            <a:avLst>
              <a:gd name="adj" fmla="val 50000"/>
            </a:avLst>
          </a:prstGeom>
          <a:solidFill>
            <a:srgbClr val="E9F6F4"/>
          </a:solidFill>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3" name="Text 1"/>
          <p:cNvSpPr/>
          <p:nvPr/>
        </p:nvSpPr>
        <p:spPr>
          <a:xfrm>
            <a:off x="952467" y="762000"/>
            <a:ext cx="10595678" cy="203167"/>
          </a:xfrm>
          <a:prstGeom prst="rect">
            <a:avLst/>
          </a:prstGeom>
          <a:noFill/>
          <a:ln/>
        </p:spPr>
        <p:txBody>
          <a:bodyPr wrap="square" lIns="0" tIns="0" rIns="0" bIns="0" rtlCol="0" anchor="t">
            <a:normAutofit/>
          </a:bodyPr>
          <a:lstStyle/>
          <a:p>
            <a:pPr marL="0" indent="0" algn="l">
              <a:lnSpc>
                <a:spcPts val="1400"/>
              </a:lnSpc>
              <a:buNone/>
            </a:pPr>
            <a:r>
              <a:rPr lang="en-US" sz="1000" b="1" kern="0" spc="75" dirty="0">
                <a:solidFill>
                  <a:srgbClr val="0F6E69"/>
                </a:solidFill>
                <a:latin typeface="Tahoma" panose="020B0604030504040204" pitchFamily="34" charset="0"/>
                <a:ea typeface="Tahoma" panose="020B0604030504040204" pitchFamily="34" charset="0"/>
                <a:cs typeface="Tahoma" panose="020B0604030504040204" pitchFamily="34" charset="0"/>
              </a:rPr>
              <a:t>RECOMMENDATIONS</a:t>
            </a:r>
            <a:endParaRPr lang="en-US" sz="1000" dirty="0">
              <a:latin typeface="Tahoma" panose="020B0604030504040204" pitchFamily="34" charset="0"/>
              <a:ea typeface="Tahoma" panose="020B0604030504040204" pitchFamily="34" charset="0"/>
              <a:cs typeface="Tahoma" panose="020B0604030504040204" pitchFamily="34" charset="0"/>
            </a:endParaRPr>
          </a:p>
        </p:txBody>
      </p:sp>
      <p:sp>
        <p:nvSpPr>
          <p:cNvPr id="4" name="Text 2"/>
          <p:cNvSpPr/>
          <p:nvPr/>
        </p:nvSpPr>
        <p:spPr>
          <a:xfrm>
            <a:off x="812767" y="1118028"/>
            <a:ext cx="10883460" cy="463533"/>
          </a:xfrm>
          <a:prstGeom prst="rect">
            <a:avLst/>
          </a:prstGeom>
          <a:noFill/>
          <a:ln/>
        </p:spPr>
        <p:txBody>
          <a:bodyPr wrap="square" lIns="0" tIns="0" rIns="0" bIns="0" rtlCol="0" anchor="t">
            <a:normAutofit/>
          </a:bodyPr>
          <a:lstStyle/>
          <a:p>
            <a:pPr marL="0" indent="0" algn="l">
              <a:lnSpc>
                <a:spcPts val="3450"/>
              </a:lnSpc>
              <a:buNone/>
            </a:pPr>
            <a:r>
              <a:rPr lang="en-US" sz="3000" dirty="0">
                <a:solidFill>
                  <a:srgbClr val="16313A"/>
                </a:solidFill>
                <a:latin typeface="Tahoma" panose="020B0604030504040204" pitchFamily="34" charset="0"/>
                <a:ea typeface="Tahoma" panose="020B0604030504040204" pitchFamily="34" charset="0"/>
                <a:cs typeface="Tahoma" panose="020B0604030504040204" pitchFamily="34" charset="0"/>
              </a:rPr>
              <a:t>Directions for further work</a:t>
            </a:r>
            <a:endParaRPr lang="en-US" sz="3000" dirty="0">
              <a:latin typeface="Tahoma" panose="020B0604030504040204" pitchFamily="34" charset="0"/>
              <a:ea typeface="Tahoma" panose="020B0604030504040204" pitchFamily="34" charset="0"/>
              <a:cs typeface="Tahoma" panose="020B0604030504040204" pitchFamily="34" charset="0"/>
            </a:endParaRPr>
          </a:p>
        </p:txBody>
      </p:sp>
      <p:sp>
        <p:nvSpPr>
          <p:cNvPr id="5" name="Shape 3"/>
          <p:cNvSpPr/>
          <p:nvPr/>
        </p:nvSpPr>
        <p:spPr>
          <a:xfrm>
            <a:off x="1123318" y="1982181"/>
            <a:ext cx="2767195" cy="1670186"/>
          </a:xfrm>
          <a:prstGeom prst="roundRect">
            <a:avLst>
              <a:gd name="adj" fmla="val 6125"/>
            </a:avLst>
          </a:prstGeom>
          <a:solidFill>
            <a:srgbClr val="E9F6F4"/>
          </a:solidFill>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6" name="Text 4"/>
          <p:cNvSpPr/>
          <p:nvPr/>
        </p:nvSpPr>
        <p:spPr>
          <a:xfrm>
            <a:off x="1339201" y="2526811"/>
            <a:ext cx="2301146" cy="290463"/>
          </a:xfrm>
          <a:prstGeom prst="rect">
            <a:avLst/>
          </a:prstGeom>
          <a:noFill/>
          <a:ln/>
        </p:spPr>
        <p:txBody>
          <a:bodyPr wrap="square" lIns="0" tIns="0" rIns="0" bIns="0" rtlCol="0" anchor="t">
            <a:normAutofit fontScale="92500"/>
          </a:bodyPr>
          <a:lstStyle/>
          <a:p>
            <a:pPr marL="0" indent="0">
              <a:lnSpc>
                <a:spcPts val="1920"/>
              </a:lnSpc>
              <a:buNone/>
            </a:pPr>
            <a:r>
              <a:rPr lang="en-US" sz="1600" b="1" dirty="0">
                <a:solidFill>
                  <a:srgbClr val="0F6E69"/>
                </a:solidFill>
                <a:latin typeface="Tahoma" panose="020B0604030504040204" pitchFamily="34" charset="0"/>
                <a:ea typeface="Tahoma" panose="020B0604030504040204" pitchFamily="34" charset="0"/>
                <a:cs typeface="Tahoma" panose="020B0604030504040204" pitchFamily="34" charset="0"/>
              </a:rPr>
              <a:t>Richer text integration</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7" name="Text 5"/>
          <p:cNvSpPr/>
          <p:nvPr/>
        </p:nvSpPr>
        <p:spPr>
          <a:xfrm>
            <a:off x="1339201" y="2880755"/>
            <a:ext cx="2145871" cy="256497"/>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166059"/>
                </a:solidFill>
                <a:latin typeface="Tahoma" panose="020B0604030504040204" pitchFamily="34" charset="0"/>
                <a:ea typeface="Tahoma" panose="020B0604030504040204" pitchFamily="34" charset="0"/>
                <a:cs typeface="Tahoma" panose="020B0604030504040204" pitchFamily="34" charset="0"/>
              </a:rPr>
              <a:t>Beyond one scalar score</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8" name="Shape 6"/>
          <p:cNvSpPr/>
          <p:nvPr/>
        </p:nvSpPr>
        <p:spPr>
          <a:xfrm>
            <a:off x="4691969" y="1944131"/>
            <a:ext cx="2882024" cy="1708236"/>
          </a:xfrm>
          <a:prstGeom prst="roundRect">
            <a:avLst>
              <a:gd name="adj" fmla="val 6125"/>
            </a:avLst>
          </a:prstGeom>
          <a:solidFill>
            <a:srgbClr val="E9F6F4"/>
          </a:solidFill>
          <a:ln/>
        </p:spPr>
        <p:txBody>
          <a:bodyPr/>
          <a:lstStyle/>
          <a:p>
            <a:endParaRPr lang="en-IL">
              <a:latin typeface="Tahoma" panose="020B0604030504040204" pitchFamily="34" charset="0"/>
              <a:ea typeface="Tahoma" panose="020B0604030504040204" pitchFamily="34" charset="0"/>
              <a:cs typeface="Tahoma" panose="020B0604030504040204" pitchFamily="34" charset="0"/>
            </a:endParaRPr>
          </a:p>
        </p:txBody>
      </p:sp>
      <p:sp>
        <p:nvSpPr>
          <p:cNvPr id="9" name="Text 7"/>
          <p:cNvSpPr/>
          <p:nvPr/>
        </p:nvSpPr>
        <p:spPr>
          <a:xfrm>
            <a:off x="4873349" y="2488761"/>
            <a:ext cx="2364216" cy="328513"/>
          </a:xfrm>
          <a:prstGeom prst="rect">
            <a:avLst/>
          </a:prstGeom>
          <a:noFill/>
          <a:ln/>
        </p:spPr>
        <p:txBody>
          <a:bodyPr wrap="square" lIns="0" tIns="0" rIns="0" bIns="0" rtlCol="0" anchor="t">
            <a:normAutofit/>
          </a:bodyPr>
          <a:lstStyle/>
          <a:p>
            <a:pPr marL="0" indent="0" algn="ctr">
              <a:lnSpc>
                <a:spcPts val="1920"/>
              </a:lnSpc>
              <a:buNone/>
            </a:pPr>
            <a:r>
              <a:rPr lang="en-US" sz="1600" b="1" dirty="0">
                <a:solidFill>
                  <a:srgbClr val="0F6E69"/>
                </a:solidFill>
                <a:latin typeface="Tahoma" panose="020B0604030504040204" pitchFamily="34" charset="0"/>
                <a:ea typeface="Tahoma" panose="020B0604030504040204" pitchFamily="34" charset="0"/>
                <a:cs typeface="Tahoma" panose="020B0604030504040204" pitchFamily="34" charset="0"/>
              </a:rPr>
              <a:t>Hebrew Transformer</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10" name="Text 8"/>
          <p:cNvSpPr/>
          <p:nvPr/>
        </p:nvSpPr>
        <p:spPr>
          <a:xfrm>
            <a:off x="4907852" y="2880755"/>
            <a:ext cx="2364217" cy="256497"/>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166059"/>
                </a:solidFill>
                <a:latin typeface="Tahoma" panose="020B0604030504040204" pitchFamily="34" charset="0"/>
                <a:ea typeface="Tahoma" panose="020B0604030504040204" pitchFamily="34" charset="0"/>
                <a:cs typeface="Tahoma" panose="020B0604030504040204" pitchFamily="34" charset="0"/>
              </a:rPr>
              <a:t>Domain-adapted, GPU-trained</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12" name="Text 10"/>
          <p:cNvSpPr/>
          <p:nvPr/>
        </p:nvSpPr>
        <p:spPr>
          <a:xfrm>
            <a:off x="8185000" y="2533125"/>
            <a:ext cx="2668742" cy="256497"/>
          </a:xfrm>
          <a:prstGeom prst="rect">
            <a:avLst/>
          </a:prstGeom>
          <a:noFill/>
          <a:ln/>
        </p:spPr>
        <p:txBody>
          <a:bodyPr wrap="square" lIns="0" tIns="0" rIns="0" bIns="0" rtlCol="0" anchor="t">
            <a:normAutofit fontScale="92500"/>
          </a:bodyPr>
          <a:lstStyle/>
          <a:p>
            <a:pPr marL="0" indent="0" algn="l">
              <a:lnSpc>
                <a:spcPts val="1920"/>
              </a:lnSpc>
              <a:buNone/>
            </a:pPr>
            <a:r>
              <a:rPr lang="en-US" sz="1500" b="1" dirty="0">
                <a:solidFill>
                  <a:srgbClr val="0F6E69"/>
                </a:solidFill>
                <a:latin typeface="Tahoma" panose="020B0604030504040204" pitchFamily="34" charset="0"/>
                <a:ea typeface="Tahoma" panose="020B0604030504040204" pitchFamily="34" charset="0"/>
                <a:cs typeface="Tahoma" panose="020B0604030504040204" pitchFamily="34" charset="0"/>
              </a:rPr>
              <a:t>Subgroup-specific thresholds</a:t>
            </a:r>
            <a:endParaRPr lang="en-US" sz="1500" dirty="0">
              <a:latin typeface="Tahoma" panose="020B0604030504040204" pitchFamily="34" charset="0"/>
              <a:ea typeface="Tahoma" panose="020B0604030504040204" pitchFamily="34" charset="0"/>
              <a:cs typeface="Tahoma" panose="020B0604030504040204" pitchFamily="34" charset="0"/>
            </a:endParaRPr>
          </a:p>
        </p:txBody>
      </p:sp>
      <p:sp>
        <p:nvSpPr>
          <p:cNvPr id="13" name="Text 11"/>
          <p:cNvSpPr/>
          <p:nvPr/>
        </p:nvSpPr>
        <p:spPr>
          <a:xfrm>
            <a:off x="8459332" y="2880755"/>
            <a:ext cx="2133907" cy="25649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6059"/>
                </a:solidFill>
                <a:latin typeface="Tahoma" panose="020B0604030504040204" pitchFamily="34" charset="0"/>
                <a:ea typeface="Tahoma" panose="020B0604030504040204" pitchFamily="34" charset="0"/>
                <a:cs typeface="Tahoma" panose="020B0604030504040204" pitchFamily="34" charset="0"/>
              </a:rPr>
              <a:t>Especially thoracic surgery</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15" name="Text 13"/>
          <p:cNvSpPr/>
          <p:nvPr/>
        </p:nvSpPr>
        <p:spPr>
          <a:xfrm>
            <a:off x="1347827" y="4761118"/>
            <a:ext cx="2301146" cy="269230"/>
          </a:xfrm>
          <a:prstGeom prst="rect">
            <a:avLst/>
          </a:prstGeom>
          <a:noFill/>
          <a:ln/>
        </p:spPr>
        <p:txBody>
          <a:bodyPr wrap="square" lIns="0" tIns="0" rIns="0" bIns="0" rtlCol="0" anchor="t">
            <a:normAutofit fontScale="92500"/>
          </a:bodyPr>
          <a:lstStyle/>
          <a:p>
            <a:pPr marL="0" indent="0" algn="l">
              <a:lnSpc>
                <a:spcPts val="1920"/>
              </a:lnSpc>
              <a:buNone/>
            </a:pPr>
            <a:r>
              <a:rPr lang="en-US" sz="1600" b="1" dirty="0">
                <a:solidFill>
                  <a:srgbClr val="0F6E69"/>
                </a:solidFill>
                <a:latin typeface="Tahoma" panose="020B0604030504040204" pitchFamily="34" charset="0"/>
                <a:ea typeface="Tahoma" panose="020B0604030504040204" pitchFamily="34" charset="0"/>
                <a:cs typeface="Tahoma" panose="020B0604030504040204" pitchFamily="34" charset="0"/>
              </a:rPr>
              <a:t>Prospective evaluation</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16" name="Text 14"/>
          <p:cNvSpPr/>
          <p:nvPr/>
        </p:nvSpPr>
        <p:spPr>
          <a:xfrm>
            <a:off x="1356453" y="5093829"/>
            <a:ext cx="2145871" cy="256497"/>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166059"/>
                </a:solidFill>
                <a:latin typeface="Tahoma" panose="020B0604030504040204" pitchFamily="34" charset="0"/>
                <a:ea typeface="Tahoma" panose="020B0604030504040204" pitchFamily="34" charset="0"/>
                <a:cs typeface="Tahoma" panose="020B0604030504040204" pitchFamily="34" charset="0"/>
              </a:rPr>
              <a:t>On newly admitted patients</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18" name="Text 16"/>
          <p:cNvSpPr/>
          <p:nvPr/>
        </p:nvSpPr>
        <p:spPr>
          <a:xfrm>
            <a:off x="5183895" y="4761118"/>
            <a:ext cx="1915642" cy="269230"/>
          </a:xfrm>
          <a:prstGeom prst="rect">
            <a:avLst/>
          </a:prstGeom>
          <a:noFill/>
          <a:ln/>
        </p:spPr>
        <p:txBody>
          <a:bodyPr wrap="square" lIns="0" tIns="0" rIns="0" bIns="0" rtlCol="0" anchor="t">
            <a:normAutofit fontScale="92500"/>
          </a:bodyPr>
          <a:lstStyle/>
          <a:p>
            <a:pPr marL="0" indent="0" algn="l">
              <a:lnSpc>
                <a:spcPts val="1920"/>
              </a:lnSpc>
              <a:buNone/>
            </a:pPr>
            <a:r>
              <a:rPr lang="en-US" sz="1600" b="1" dirty="0">
                <a:solidFill>
                  <a:srgbClr val="0F6E69"/>
                </a:solidFill>
                <a:latin typeface="Tahoma" panose="020B0604030504040204" pitchFamily="34" charset="0"/>
                <a:ea typeface="Tahoma" panose="020B0604030504040204" pitchFamily="34" charset="0"/>
                <a:cs typeface="Tahoma" panose="020B0604030504040204" pitchFamily="34" charset="0"/>
              </a:rPr>
              <a:t>Dynamic risk model</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19" name="Text 17"/>
          <p:cNvSpPr/>
          <p:nvPr/>
        </p:nvSpPr>
        <p:spPr>
          <a:xfrm>
            <a:off x="5183895" y="5081097"/>
            <a:ext cx="1855256" cy="26923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166059"/>
                </a:solidFill>
                <a:latin typeface="Tahoma" panose="020B0604030504040204" pitchFamily="34" charset="0"/>
                <a:ea typeface="Tahoma" panose="020B0604030504040204" pitchFamily="34" charset="0"/>
                <a:cs typeface="Tahoma" panose="020B0604030504040204" pitchFamily="34" charset="0"/>
              </a:rPr>
              <a:t>Continuously updating</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21" name="Text 19"/>
          <p:cNvSpPr/>
          <p:nvPr/>
        </p:nvSpPr>
        <p:spPr>
          <a:xfrm>
            <a:off x="8476584" y="4761118"/>
            <a:ext cx="3087235"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6E69"/>
                </a:solidFill>
                <a:latin typeface="Tahoma" panose="020B0604030504040204" pitchFamily="34" charset="0"/>
                <a:ea typeface="Tahoma" panose="020B0604030504040204" pitchFamily="34" charset="0"/>
                <a:cs typeface="Tahoma" panose="020B0604030504040204" pitchFamily="34" charset="0"/>
              </a:rPr>
              <a:t>Hospital dashboard</a:t>
            </a: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22" name="Text 20"/>
          <p:cNvSpPr/>
          <p:nvPr/>
        </p:nvSpPr>
        <p:spPr>
          <a:xfrm>
            <a:off x="8476584" y="5093829"/>
            <a:ext cx="3087235" cy="25649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6059"/>
                </a:solidFill>
                <a:latin typeface="Tahoma" panose="020B0604030504040204" pitchFamily="34" charset="0"/>
                <a:ea typeface="Tahoma" panose="020B0604030504040204" pitchFamily="34" charset="0"/>
                <a:cs typeface="Tahoma" panose="020B0604030504040204" pitchFamily="34" charset="0"/>
              </a:rPr>
              <a:t>Surface score in workflow</a:t>
            </a:r>
            <a:endParaRPr lang="en-US" sz="1300" dirty="0">
              <a:latin typeface="Tahoma" panose="020B0604030504040204" pitchFamily="34" charset="0"/>
              <a:ea typeface="Tahoma" panose="020B0604030504040204" pitchFamily="34" charset="0"/>
              <a:cs typeface="Tahoma" panose="020B0604030504040204" pitchFamily="34" charset="0"/>
            </a:endParaRPr>
          </a:p>
        </p:txBody>
      </p:sp>
      <p:sp>
        <p:nvSpPr>
          <p:cNvPr id="23" name="Text 21"/>
          <p:cNvSpPr/>
          <p:nvPr/>
        </p:nvSpPr>
        <p:spPr>
          <a:xfrm>
            <a:off x="406383" y="6289142"/>
            <a:ext cx="23369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3A6"/>
                </a:solidFill>
                <a:latin typeface="Tahoma" panose="020B0604030504040204" pitchFamily="34" charset="0"/>
                <a:ea typeface="Tahoma" panose="020B0604030504040204" pitchFamily="34" charset="0"/>
                <a:cs typeface="Tahoma" panose="020B0604030504040204" pitchFamily="34" charset="0"/>
              </a:rPr>
              <a:t>12</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9F9"/>
        </a:solidFill>
        <a:effectLst/>
      </p:bgPr>
    </p:bg>
    <p:spTree>
      <p:nvGrpSpPr>
        <p:cNvPr id="1" name=""/>
        <p:cNvGrpSpPr/>
        <p:nvPr/>
      </p:nvGrpSpPr>
      <p:grpSpPr>
        <a:xfrm>
          <a:off x="0" y="0"/>
          <a:ext cx="0" cy="0"/>
          <a:chOff x="0" y="0"/>
          <a:chExt cx="0" cy="0"/>
        </a:xfrm>
      </p:grpSpPr>
      <p:sp>
        <p:nvSpPr>
          <p:cNvPr id="25" name="Shape 0">
            <a:extLst>
              <a:ext uri="{FF2B5EF4-FFF2-40B4-BE49-F238E27FC236}">
                <a16:creationId xmlns:a16="http://schemas.microsoft.com/office/drawing/2014/main" id="{A2ED6DC7-703B-5EF7-4AED-7716688C0868}"/>
              </a:ext>
            </a:extLst>
          </p:cNvPr>
          <p:cNvSpPr/>
          <p:nvPr/>
        </p:nvSpPr>
        <p:spPr>
          <a:xfrm>
            <a:off x="-2" y="0"/>
            <a:ext cx="483081" cy="6858000"/>
          </a:xfrm>
          <a:prstGeom prst="rect">
            <a:avLst/>
          </a:prstGeom>
          <a:solidFill>
            <a:srgbClr val="A8DCD5"/>
          </a:solidFill>
          <a:ln/>
        </p:spPr>
        <p:txBody>
          <a:bodyPr/>
          <a:lstStyle/>
          <a:p>
            <a:endParaRPr lang="en-IL"/>
          </a:p>
        </p:txBody>
      </p:sp>
      <p:pic>
        <p:nvPicPr>
          <p:cNvPr id="3" name="Image 0" descr="Holon Institute of Technology logo"/>
          <p:cNvPicPr>
            <a:picLocks noChangeAspect="1"/>
          </p:cNvPicPr>
          <p:nvPr/>
        </p:nvPicPr>
        <p:blipFill>
          <a:blip r:embed="rId3"/>
          <a:srcRect l="-254" r="-254"/>
          <a:stretch/>
        </p:blipFill>
        <p:spPr>
          <a:xfrm>
            <a:off x="10247444" y="469881"/>
            <a:ext cx="1335021" cy="818366"/>
          </a:xfrm>
          <a:prstGeom prst="rect">
            <a:avLst/>
          </a:prstGeom>
        </p:spPr>
      </p:pic>
      <p:pic>
        <p:nvPicPr>
          <p:cNvPr id="4" name="Image 1" descr="Assuta Ramat HaHayal Medical Center logo"/>
          <p:cNvPicPr>
            <a:picLocks noChangeAspect="1"/>
          </p:cNvPicPr>
          <p:nvPr/>
        </p:nvPicPr>
        <p:blipFill>
          <a:blip r:embed="rId4"/>
          <a:srcRect t="-56" b="-56"/>
          <a:stretch/>
        </p:blipFill>
        <p:spPr>
          <a:xfrm>
            <a:off x="10015268" y="1517551"/>
            <a:ext cx="1567198" cy="301785"/>
          </a:xfrm>
          <a:prstGeom prst="rect">
            <a:avLst/>
          </a:prstGeom>
        </p:spPr>
      </p:pic>
      <p:sp>
        <p:nvSpPr>
          <p:cNvPr id="7" name="Text 3"/>
          <p:cNvSpPr/>
          <p:nvPr/>
        </p:nvSpPr>
        <p:spPr>
          <a:xfrm>
            <a:off x="612473" y="1643597"/>
            <a:ext cx="5011950" cy="668007"/>
          </a:xfrm>
          <a:prstGeom prst="rect">
            <a:avLst/>
          </a:prstGeom>
          <a:noFill/>
          <a:ln/>
        </p:spPr>
        <p:txBody>
          <a:bodyPr wrap="square" lIns="0" tIns="0" rIns="0" bIns="0" rtlCol="0" anchor="t">
            <a:noAutofit/>
          </a:bodyPr>
          <a:lstStyle/>
          <a:p>
            <a:pPr marL="0" indent="0" algn="l">
              <a:lnSpc>
                <a:spcPts val="5060"/>
              </a:lnSpc>
              <a:buNone/>
            </a:pPr>
            <a:r>
              <a:rPr lang="en-US" sz="6600" b="1" kern="0" spc="75" dirty="0">
                <a:solidFill>
                  <a:srgbClr val="0F6E69"/>
                </a:solidFill>
                <a:latin typeface="Tahoma" panose="020B0604030504040204" pitchFamily="34" charset="0"/>
                <a:ea typeface="Tahoma" panose="020B0604030504040204" pitchFamily="34" charset="0"/>
                <a:cs typeface="Tahoma" panose="020B0604030504040204" pitchFamily="34" charset="0"/>
              </a:rPr>
              <a:t>Thank you!</a:t>
            </a:r>
          </a:p>
        </p:txBody>
      </p:sp>
      <p:sp>
        <p:nvSpPr>
          <p:cNvPr id="8" name="Text 4"/>
          <p:cNvSpPr/>
          <p:nvPr/>
        </p:nvSpPr>
        <p:spPr>
          <a:xfrm>
            <a:off x="612474" y="3735664"/>
            <a:ext cx="7944930" cy="842591"/>
          </a:xfrm>
          <a:prstGeom prst="rect">
            <a:avLst/>
          </a:prstGeom>
          <a:noFill/>
          <a:ln/>
        </p:spPr>
        <p:txBody>
          <a:bodyPr wrap="square" lIns="0" tIns="0" rIns="0" bIns="0" rtlCol="0" anchor="t">
            <a:noAutofit/>
          </a:bodyPr>
          <a:lstStyle/>
          <a:p>
            <a:pPr>
              <a:lnSpc>
                <a:spcPts val="2520"/>
              </a:lnSpc>
            </a:pPr>
            <a:r>
              <a:rPr lang="en-US" sz="3000" kern="0" spc="75" dirty="0">
                <a:latin typeface="Tahoma" panose="020B0604030504040204" pitchFamily="34" charset="0"/>
                <a:ea typeface="Tahoma" panose="020B0604030504040204" pitchFamily="34" charset="0"/>
                <a:cs typeface="Tahoma" panose="020B0604030504040204" pitchFamily="34" charset="0"/>
              </a:rPr>
              <a:t>Tal </a:t>
            </a:r>
            <a:r>
              <a:rPr lang="en-US" sz="3000" kern="0" spc="75" dirty="0" err="1">
                <a:latin typeface="Tahoma" panose="020B0604030504040204" pitchFamily="34" charset="0"/>
                <a:ea typeface="Tahoma" panose="020B0604030504040204" pitchFamily="34" charset="0"/>
                <a:cs typeface="Tahoma" panose="020B0604030504040204" pitchFamily="34" charset="0"/>
              </a:rPr>
              <a:t>Meillet</a:t>
            </a:r>
            <a:r>
              <a:rPr lang="en-US" sz="3000" kern="0" spc="75" dirty="0">
                <a:latin typeface="Tahoma" panose="020B0604030504040204" pitchFamily="34" charset="0"/>
                <a:ea typeface="Tahoma" panose="020B0604030504040204" pitchFamily="34" charset="0"/>
                <a:cs typeface="Tahoma" panose="020B0604030504040204" pitchFamily="34" charset="0"/>
              </a:rPr>
              <a:t>  &amp;  Hodaya </a:t>
            </a:r>
            <a:r>
              <a:rPr lang="en-US" sz="3000" kern="0" spc="75" dirty="0" err="1">
                <a:latin typeface="Tahoma" panose="020B0604030504040204" pitchFamily="34" charset="0"/>
                <a:ea typeface="Tahoma" panose="020B0604030504040204" pitchFamily="34" charset="0"/>
                <a:cs typeface="Tahoma" panose="020B0604030504040204" pitchFamily="34" charset="0"/>
              </a:rPr>
              <a:t>Yasayev</a:t>
            </a:r>
            <a:r>
              <a:rPr lang="en-US" sz="3000" kern="0" spc="75" dirty="0">
                <a:latin typeface="Tahoma" panose="020B0604030504040204" pitchFamily="34" charset="0"/>
                <a:ea typeface="Tahoma" panose="020B0604030504040204" pitchFamily="34" charset="0"/>
                <a:cs typeface="Tahoma" panose="020B0604030504040204" pitchFamily="34" charset="0"/>
              </a:rPr>
              <a:t> </a:t>
            </a:r>
            <a:r>
              <a:rPr lang="en-US" sz="3000" kern="0" spc="75" dirty="0" err="1">
                <a:latin typeface="Tahoma" panose="020B0604030504040204" pitchFamily="34" charset="0"/>
                <a:ea typeface="Tahoma" panose="020B0604030504040204" pitchFamily="34" charset="0"/>
                <a:cs typeface="Tahoma" panose="020B0604030504040204" pitchFamily="34" charset="0"/>
              </a:rPr>
              <a:t>Klenter</a:t>
            </a:r>
            <a:endParaRPr lang="en-US" sz="3000" kern="0" spc="75" dirty="0">
              <a:latin typeface="Tahoma" panose="020B0604030504040204" pitchFamily="34" charset="0"/>
              <a:ea typeface="Tahoma" panose="020B0604030504040204" pitchFamily="34" charset="0"/>
              <a:cs typeface="Tahoma" panose="020B0604030504040204" pitchFamily="34" charset="0"/>
            </a:endParaRPr>
          </a:p>
          <a:p>
            <a:pPr>
              <a:lnSpc>
                <a:spcPts val="2520"/>
              </a:lnSpc>
            </a:pPr>
            <a:r>
              <a:rPr lang="en-US" sz="1700" kern="0" spc="75" dirty="0">
                <a:solidFill>
                  <a:srgbClr val="0F6E69"/>
                </a:solidFill>
                <a:latin typeface="Tahoma" panose="020B0604030504040204" pitchFamily="34" charset="0"/>
                <a:ea typeface="Tahoma" panose="020B0604030504040204" pitchFamily="34" charset="0"/>
                <a:cs typeface="Tahoma" panose="020B0604030504040204" pitchFamily="34" charset="0"/>
              </a:rPr>
              <a:t>B.Sc.  Digital Medical Technologies, Holon Institute of Technology</a:t>
            </a:r>
            <a:endParaRPr lang="en-US" sz="1700" dirty="0">
              <a:latin typeface="Tahoma" panose="020B0604030504040204" pitchFamily="34" charset="0"/>
              <a:ea typeface="Tahoma" panose="020B0604030504040204" pitchFamily="34" charset="0"/>
              <a:cs typeface="Tahoma" panose="020B0604030504040204" pitchFamily="34" charset="0"/>
            </a:endParaRPr>
          </a:p>
          <a:p>
            <a:pPr>
              <a:lnSpc>
                <a:spcPts val="2520"/>
              </a:lnSpc>
            </a:pPr>
            <a:endParaRPr lang="en-US" sz="2800" dirty="0">
              <a:latin typeface="Tahoma" panose="020B0604030504040204" pitchFamily="34" charset="0"/>
              <a:ea typeface="Tahoma" panose="020B0604030504040204" pitchFamily="34" charset="0"/>
              <a:cs typeface="Tahoma" panose="020B0604030504040204" pitchFamily="34" charset="0"/>
            </a:endParaRPr>
          </a:p>
          <a:p>
            <a:pPr>
              <a:lnSpc>
                <a:spcPts val="2520"/>
              </a:lnSpc>
            </a:pPr>
            <a:endParaRPr lang="en-US" sz="3200" dirty="0">
              <a:latin typeface="Tahoma" panose="020B0604030504040204" pitchFamily="34" charset="0"/>
              <a:ea typeface="Tahoma" panose="020B0604030504040204" pitchFamily="34" charset="0"/>
              <a:cs typeface="Tahoma" panose="020B0604030504040204" pitchFamily="34" charset="0"/>
            </a:endParaRPr>
          </a:p>
        </p:txBody>
      </p:sp>
      <p:sp>
        <p:nvSpPr>
          <p:cNvPr id="35" name="Text 15">
            <a:extLst>
              <a:ext uri="{FF2B5EF4-FFF2-40B4-BE49-F238E27FC236}">
                <a16:creationId xmlns:a16="http://schemas.microsoft.com/office/drawing/2014/main" id="{32B8E2E7-B110-7AD0-D5F8-F06CD99EB97E}"/>
              </a:ext>
            </a:extLst>
          </p:cNvPr>
          <p:cNvSpPr/>
          <p:nvPr/>
        </p:nvSpPr>
        <p:spPr>
          <a:xfrm>
            <a:off x="612474" y="4995387"/>
            <a:ext cx="6685767" cy="1033075"/>
          </a:xfrm>
          <a:prstGeom prst="rect">
            <a:avLst/>
          </a:prstGeom>
          <a:noFill/>
          <a:ln/>
        </p:spPr>
        <p:txBody>
          <a:bodyPr wrap="square" lIns="0" tIns="0" rIns="0" bIns="0" rtlCol="0" anchor="t">
            <a:noAutofit/>
          </a:bodyPr>
          <a:lstStyle/>
          <a:p>
            <a:r>
              <a:rPr lang="en-IL" sz="1500" kern="0" spc="75" dirty="0">
                <a:latin typeface="Tahoma" panose="020B0604030504040204" pitchFamily="34" charset="0"/>
                <a:ea typeface="Tahoma" panose="020B0604030504040204" pitchFamily="34" charset="0"/>
                <a:cs typeface="Tahoma" panose="020B0604030504040204" pitchFamily="34" charset="0"/>
              </a:rPr>
              <a:t>Special thanks to:</a:t>
            </a:r>
          </a:p>
          <a:p>
            <a:pPr lvl="0"/>
            <a:r>
              <a:rPr lang="en-IL" sz="1500" kern="0" spc="75" dirty="0">
                <a:latin typeface="Tahoma" panose="020B0604030504040204" pitchFamily="34" charset="0"/>
                <a:ea typeface="Tahoma" panose="020B0604030504040204" pitchFamily="34" charset="0"/>
                <a:cs typeface="Tahoma" panose="020B0604030504040204" pitchFamily="34" charset="0"/>
              </a:rPr>
              <a:t>Dr. Manor </a:t>
            </a:r>
            <a:r>
              <a:rPr lang="en-IL" sz="1500" kern="0" spc="75" dirty="0" err="1">
                <a:latin typeface="Tahoma" panose="020B0604030504040204" pitchFamily="34" charset="0"/>
                <a:ea typeface="Tahoma" panose="020B0604030504040204" pitchFamily="34" charset="0"/>
                <a:cs typeface="Tahoma" panose="020B0604030504040204" pitchFamily="34" charset="0"/>
              </a:rPr>
              <a:t>Shpriz</a:t>
            </a:r>
            <a:r>
              <a:rPr lang="he-IL" sz="1500" kern="0" spc="75" dirty="0">
                <a:latin typeface="Tahoma" panose="020B0604030504040204" pitchFamily="34" charset="0"/>
                <a:ea typeface="Tahoma" panose="020B0604030504040204" pitchFamily="34" charset="0"/>
                <a:cs typeface="Tahoma" panose="020B0604030504040204" pitchFamily="34" charset="0"/>
              </a:rPr>
              <a:t>-</a:t>
            </a:r>
            <a:r>
              <a:rPr lang="en-IL" sz="1500" kern="0" spc="75" dirty="0">
                <a:latin typeface="Tahoma" panose="020B0604030504040204" pitchFamily="34" charset="0"/>
                <a:ea typeface="Tahoma" panose="020B0604030504040204" pitchFamily="34" charset="0"/>
                <a:cs typeface="Tahoma" panose="020B0604030504040204" pitchFamily="34" charset="0"/>
              </a:rPr>
              <a:t> Clinical Supervisor, </a:t>
            </a:r>
            <a:r>
              <a:rPr lang="en-IL" sz="1500" kern="0" spc="75" dirty="0" err="1">
                <a:latin typeface="Tahoma" panose="020B0604030504040204" pitchFamily="34" charset="0"/>
                <a:ea typeface="Tahoma" panose="020B0604030504040204" pitchFamily="34" charset="0"/>
                <a:cs typeface="Tahoma" panose="020B0604030504040204" pitchFamily="34" charset="0"/>
              </a:rPr>
              <a:t>Assuta</a:t>
            </a:r>
            <a:r>
              <a:rPr lang="en-IL" sz="1500" kern="0" spc="75" dirty="0">
                <a:latin typeface="Tahoma" panose="020B0604030504040204" pitchFamily="34" charset="0"/>
                <a:ea typeface="Tahoma" panose="020B0604030504040204" pitchFamily="34" charset="0"/>
                <a:cs typeface="Tahoma" panose="020B0604030504040204" pitchFamily="34" charset="0"/>
              </a:rPr>
              <a:t> Ramat </a:t>
            </a:r>
            <a:r>
              <a:rPr lang="en-IL" sz="1500" kern="0" spc="75" dirty="0" err="1">
                <a:latin typeface="Tahoma" panose="020B0604030504040204" pitchFamily="34" charset="0"/>
                <a:ea typeface="Tahoma" panose="020B0604030504040204" pitchFamily="34" charset="0"/>
                <a:cs typeface="Tahoma" panose="020B0604030504040204" pitchFamily="34" charset="0"/>
              </a:rPr>
              <a:t>HaHayal</a:t>
            </a:r>
            <a:endParaRPr lang="en-IL" sz="1500" kern="0" spc="75" dirty="0">
              <a:latin typeface="Tahoma" panose="020B0604030504040204" pitchFamily="34" charset="0"/>
              <a:ea typeface="Tahoma" panose="020B0604030504040204" pitchFamily="34" charset="0"/>
              <a:cs typeface="Tahoma" panose="020B0604030504040204" pitchFamily="34" charset="0"/>
            </a:endParaRPr>
          </a:p>
          <a:p>
            <a:pPr lvl="0"/>
            <a:r>
              <a:rPr lang="en-IL" sz="1500" kern="0" spc="75" dirty="0">
                <a:latin typeface="Tahoma" panose="020B0604030504040204" pitchFamily="34" charset="0"/>
                <a:ea typeface="Tahoma" panose="020B0604030504040204" pitchFamily="34" charset="0"/>
                <a:cs typeface="Tahoma" panose="020B0604030504040204" pitchFamily="34" charset="0"/>
              </a:rPr>
              <a:t>Galina</a:t>
            </a:r>
            <a:r>
              <a:rPr lang="he-IL" sz="1500" kern="0" spc="75" dirty="0">
                <a:latin typeface="Tahoma" panose="020B0604030504040204" pitchFamily="34" charset="0"/>
                <a:ea typeface="Tahoma" panose="020B0604030504040204" pitchFamily="34" charset="0"/>
                <a:cs typeface="Tahoma" panose="020B0604030504040204" pitchFamily="34" charset="0"/>
              </a:rPr>
              <a:t>-</a:t>
            </a:r>
            <a:r>
              <a:rPr lang="en-IL" sz="1500" kern="0" spc="75" dirty="0">
                <a:latin typeface="Tahoma" panose="020B0604030504040204" pitchFamily="34" charset="0"/>
                <a:ea typeface="Tahoma" panose="020B0604030504040204" pitchFamily="34" charset="0"/>
                <a:cs typeface="Tahoma" panose="020B0604030504040204" pitchFamily="34" charset="0"/>
              </a:rPr>
              <a:t> Infection Control Nurse, </a:t>
            </a:r>
            <a:r>
              <a:rPr lang="en-IL" sz="1500" kern="0" spc="75" dirty="0" err="1">
                <a:latin typeface="Tahoma" panose="020B0604030504040204" pitchFamily="34" charset="0"/>
                <a:ea typeface="Tahoma" panose="020B0604030504040204" pitchFamily="34" charset="0"/>
                <a:cs typeface="Tahoma" panose="020B0604030504040204" pitchFamily="34" charset="0"/>
              </a:rPr>
              <a:t>Assuta</a:t>
            </a:r>
            <a:r>
              <a:rPr lang="en-IL" sz="1500" kern="0" spc="75" dirty="0">
                <a:latin typeface="Tahoma" panose="020B0604030504040204" pitchFamily="34" charset="0"/>
                <a:ea typeface="Tahoma" panose="020B0604030504040204" pitchFamily="34" charset="0"/>
                <a:cs typeface="Tahoma" panose="020B0604030504040204" pitchFamily="34" charset="0"/>
              </a:rPr>
              <a:t> Ramat </a:t>
            </a:r>
            <a:r>
              <a:rPr lang="en-IL" sz="1500" kern="0" spc="75" dirty="0" err="1">
                <a:latin typeface="Tahoma" panose="020B0604030504040204" pitchFamily="34" charset="0"/>
                <a:ea typeface="Tahoma" panose="020B0604030504040204" pitchFamily="34" charset="0"/>
                <a:cs typeface="Tahoma" panose="020B0604030504040204" pitchFamily="34" charset="0"/>
              </a:rPr>
              <a:t>HaHayal</a:t>
            </a:r>
            <a:r>
              <a:rPr lang="en-IL" sz="1500" kern="0" spc="75" dirty="0">
                <a:latin typeface="Tahoma" panose="020B0604030504040204" pitchFamily="34" charset="0"/>
                <a:ea typeface="Tahoma" panose="020B0604030504040204" pitchFamily="34" charset="0"/>
                <a:cs typeface="Tahoma" panose="020B0604030504040204" pitchFamily="34" charset="0"/>
              </a:rPr>
              <a:t> </a:t>
            </a:r>
          </a:p>
          <a:p>
            <a:pPr lvl="0"/>
            <a:r>
              <a:rPr lang="en-IL" sz="1500" kern="0" spc="75" dirty="0">
                <a:latin typeface="Tahoma" panose="020B0604030504040204" pitchFamily="34" charset="0"/>
                <a:ea typeface="Tahoma" panose="020B0604030504040204" pitchFamily="34" charset="0"/>
                <a:cs typeface="Tahoma" panose="020B0604030504040204" pitchFamily="34" charset="0"/>
              </a:rPr>
              <a:t>David Falka</a:t>
            </a:r>
            <a:r>
              <a:rPr lang="he-IL" sz="1500" kern="0" spc="75" dirty="0">
                <a:latin typeface="Tahoma" panose="020B0604030504040204" pitchFamily="34" charset="0"/>
                <a:ea typeface="Tahoma" panose="020B0604030504040204" pitchFamily="34" charset="0"/>
                <a:cs typeface="Tahoma" panose="020B0604030504040204" pitchFamily="34" charset="0"/>
              </a:rPr>
              <a:t>-</a:t>
            </a:r>
            <a:r>
              <a:rPr lang="en-IL" sz="1500" kern="0" spc="75" dirty="0">
                <a:latin typeface="Tahoma" panose="020B0604030504040204" pitchFamily="34" charset="0"/>
                <a:ea typeface="Tahoma" panose="020B0604030504040204" pitchFamily="34" charset="0"/>
                <a:cs typeface="Tahoma" panose="020B0604030504040204" pitchFamily="34" charset="0"/>
              </a:rPr>
              <a:t> System Team, Information Systems Division</a:t>
            </a:r>
            <a:r>
              <a:rPr lang="en-US" sz="1500" kern="0" spc="75" dirty="0">
                <a:latin typeface="Tahoma" panose="020B0604030504040204" pitchFamily="34" charset="0"/>
                <a:ea typeface="Tahoma" panose="020B0604030504040204" pitchFamily="34" charset="0"/>
                <a:cs typeface="Tahoma" panose="020B0604030504040204" pitchFamily="34" charset="0"/>
              </a:rPr>
              <a:t>,</a:t>
            </a:r>
            <a:r>
              <a:rPr lang="en-IL" sz="1500" kern="0" spc="75" dirty="0">
                <a:latin typeface="Tahoma" panose="020B0604030504040204" pitchFamily="34" charset="0"/>
                <a:ea typeface="Tahoma" panose="020B0604030504040204" pitchFamily="34" charset="0"/>
                <a:cs typeface="Tahoma" panose="020B0604030504040204" pitchFamily="34" charset="0"/>
              </a:rPr>
              <a:t> </a:t>
            </a:r>
            <a:r>
              <a:rPr lang="en-IL" sz="1500" kern="0" spc="75" dirty="0" err="1">
                <a:latin typeface="Tahoma" panose="020B0604030504040204" pitchFamily="34" charset="0"/>
                <a:ea typeface="Tahoma" panose="020B0604030504040204" pitchFamily="34" charset="0"/>
                <a:cs typeface="Tahoma" panose="020B0604030504040204" pitchFamily="34" charset="0"/>
              </a:rPr>
              <a:t>Assuta</a:t>
            </a:r>
            <a:endParaRPr lang="en-IL" sz="1500" kern="0" spc="75" dirty="0">
              <a:latin typeface="Tahoma" panose="020B0604030504040204" pitchFamily="34" charset="0"/>
              <a:ea typeface="Tahoma" panose="020B0604030504040204" pitchFamily="34" charset="0"/>
              <a:cs typeface="Tahoma" panose="020B0604030504040204" pitchFamily="34" charset="0"/>
            </a:endParaRPr>
          </a:p>
          <a:p>
            <a:pPr marL="0" indent="0" algn="l">
              <a:lnSpc>
                <a:spcPts val="1680"/>
              </a:lnSpc>
              <a:buNone/>
            </a:pPr>
            <a:endParaRPr lang="en-US" sz="1500" dirty="0">
              <a:latin typeface="Tahoma" panose="020B0604030504040204" pitchFamily="34" charset="0"/>
              <a:ea typeface="Tahoma" panose="020B0604030504040204" pitchFamily="34" charset="0"/>
              <a:cs typeface="Tahoma" panose="020B0604030504040204" pitchFamily="34" charset="0"/>
            </a:endParaRPr>
          </a:p>
        </p:txBody>
      </p:sp>
      <p:sp>
        <p:nvSpPr>
          <p:cNvPr id="41" name="Shape 3">
            <a:extLst>
              <a:ext uri="{FF2B5EF4-FFF2-40B4-BE49-F238E27FC236}">
                <a16:creationId xmlns:a16="http://schemas.microsoft.com/office/drawing/2014/main" id="{DC3EA297-AD45-31D9-E4F3-568B726A388F}"/>
              </a:ext>
            </a:extLst>
          </p:cNvPr>
          <p:cNvSpPr/>
          <p:nvPr/>
        </p:nvSpPr>
        <p:spPr>
          <a:xfrm>
            <a:off x="640244" y="3221420"/>
            <a:ext cx="3276151" cy="0"/>
          </a:xfrm>
          <a:prstGeom prst="line">
            <a:avLst/>
          </a:prstGeom>
          <a:noFill/>
          <a:ln w="6350">
            <a:solidFill>
              <a:srgbClr val="1A8F8A"/>
            </a:solidFill>
            <a:prstDash val="solid"/>
          </a:ln>
        </p:spPr>
        <p:txBody>
          <a:bodyPr/>
          <a:lstStyle/>
          <a:p>
            <a:endParaRPr lang="en-IL" dirty="0">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319</TotalTime>
  <Words>1140</Words>
  <Application>Microsoft Office PowerPoint</Application>
  <PresentationFormat>Widescreen</PresentationFormat>
  <Paragraphs>194</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Surgical-Site Infection — Defense Presentation</dc:title>
  <dc:subject>PptxGenJS Presentation</dc:subject>
  <dc:creator>PptxGenJS</dc:creator>
  <cp:lastModifiedBy>הודיה קלנטר</cp:lastModifiedBy>
  <cp:revision>10</cp:revision>
  <dcterms:created xsi:type="dcterms:W3CDTF">2026-09-17T14:05:30Z</dcterms:created>
  <dcterms:modified xsi:type="dcterms:W3CDTF">2026-09-19T18:53:02Z</dcterms:modified>
</cp:coreProperties>
</file>